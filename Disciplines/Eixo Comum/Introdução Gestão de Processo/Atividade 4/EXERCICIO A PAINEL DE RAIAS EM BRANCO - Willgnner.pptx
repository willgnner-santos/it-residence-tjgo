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84" y="-3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6C03F-A098-4096-BA52-DEAE3F1F74F2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D01DA-1DE2-47EA-9736-0E3B584680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0250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6C03F-A098-4096-BA52-DEAE3F1F74F2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D01DA-1DE2-47EA-9736-0E3B584680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8796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6C03F-A098-4096-BA52-DEAE3F1F74F2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D01DA-1DE2-47EA-9736-0E3B584680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2096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6C03F-A098-4096-BA52-DEAE3F1F74F2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D01DA-1DE2-47EA-9736-0E3B584680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7253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6C03F-A098-4096-BA52-DEAE3F1F74F2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D01DA-1DE2-47EA-9736-0E3B584680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936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6C03F-A098-4096-BA52-DEAE3F1F74F2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D01DA-1DE2-47EA-9736-0E3B584680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6475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6C03F-A098-4096-BA52-DEAE3F1F74F2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D01DA-1DE2-47EA-9736-0E3B584680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0876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6C03F-A098-4096-BA52-DEAE3F1F74F2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D01DA-1DE2-47EA-9736-0E3B584680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1323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6C03F-A098-4096-BA52-DEAE3F1F74F2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D01DA-1DE2-47EA-9736-0E3B584680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9534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6C03F-A098-4096-BA52-DEAE3F1F74F2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D01DA-1DE2-47EA-9736-0E3B584680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3813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6C03F-A098-4096-BA52-DEAE3F1F74F2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D01DA-1DE2-47EA-9736-0E3B584680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0459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36C03F-A098-4096-BA52-DEAE3F1F74F2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5D01DA-1DE2-47EA-9736-0E3B584680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597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3" y="4037"/>
            <a:ext cx="12029911" cy="6820666"/>
          </a:xfrm>
          <a:prstGeom prst="rect">
            <a:avLst/>
          </a:prstGeom>
        </p:spPr>
      </p:pic>
      <p:sp>
        <p:nvSpPr>
          <p:cNvPr id="5" name="Rectangle 98"/>
          <p:cNvSpPr/>
          <p:nvPr/>
        </p:nvSpPr>
        <p:spPr>
          <a:xfrm>
            <a:off x="847422" y="712058"/>
            <a:ext cx="667117" cy="506270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Programar Rotas</a:t>
            </a:r>
          </a:p>
        </p:txBody>
      </p:sp>
      <p:sp>
        <p:nvSpPr>
          <p:cNvPr id="6" name="Rectangle 98"/>
          <p:cNvSpPr/>
          <p:nvPr/>
        </p:nvSpPr>
        <p:spPr>
          <a:xfrm rot="16200000">
            <a:off x="7730" y="758231"/>
            <a:ext cx="566323" cy="353870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Aux. Roteirização</a:t>
            </a:r>
          </a:p>
        </p:txBody>
      </p:sp>
      <p:sp>
        <p:nvSpPr>
          <p:cNvPr id="7" name="Rectangle 98"/>
          <p:cNvSpPr/>
          <p:nvPr/>
        </p:nvSpPr>
        <p:spPr>
          <a:xfrm rot="2797591">
            <a:off x="5301724" y="1382218"/>
            <a:ext cx="357000" cy="334013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endParaRPr lang="pt-BR" sz="800" dirty="0">
              <a:solidFill>
                <a:prstClr val="black"/>
              </a:solidFill>
              <a:latin typeface="Arial" pitchFamily="34" charset="0"/>
              <a:ea typeface="ＭＳ Ｐゴシック" charset="0"/>
              <a:cs typeface="Arial" pitchFamily="34" charset="0"/>
              <a:sym typeface="Calibri" charset="0"/>
            </a:endParaRPr>
          </a:p>
        </p:txBody>
      </p:sp>
      <p:sp>
        <p:nvSpPr>
          <p:cNvPr id="8" name="Rectangle 98">
            <a:extLst>
              <a:ext uri="{FF2B5EF4-FFF2-40B4-BE49-F238E27FC236}">
                <a16:creationId xmlns:a16="http://schemas.microsoft.com/office/drawing/2014/main" id="{1668647F-EDDC-6775-61B5-A72D60E34812}"/>
              </a:ext>
            </a:extLst>
          </p:cNvPr>
          <p:cNvSpPr/>
          <p:nvPr/>
        </p:nvSpPr>
        <p:spPr>
          <a:xfrm rot="16200000">
            <a:off x="7730" y="1372902"/>
            <a:ext cx="566323" cy="353870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Motorista</a:t>
            </a:r>
          </a:p>
        </p:txBody>
      </p:sp>
      <p:sp>
        <p:nvSpPr>
          <p:cNvPr id="9" name="Rectangle 98">
            <a:extLst>
              <a:ext uri="{FF2B5EF4-FFF2-40B4-BE49-F238E27FC236}">
                <a16:creationId xmlns:a16="http://schemas.microsoft.com/office/drawing/2014/main" id="{34F78CC3-D7AC-EBB5-59E3-B86F3D1BA1C6}"/>
              </a:ext>
            </a:extLst>
          </p:cNvPr>
          <p:cNvSpPr/>
          <p:nvPr/>
        </p:nvSpPr>
        <p:spPr>
          <a:xfrm rot="16200000">
            <a:off x="-18633" y="3164590"/>
            <a:ext cx="619039" cy="353870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Aux.</a:t>
            </a:r>
          </a:p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Controle</a:t>
            </a:r>
          </a:p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Qualidade</a:t>
            </a:r>
          </a:p>
        </p:txBody>
      </p:sp>
      <p:sp>
        <p:nvSpPr>
          <p:cNvPr id="2" name="Rectangle 98">
            <a:extLst>
              <a:ext uri="{FF2B5EF4-FFF2-40B4-BE49-F238E27FC236}">
                <a16:creationId xmlns:a16="http://schemas.microsoft.com/office/drawing/2014/main" id="{66B21D05-BC57-5D61-3A50-16E22DEA3B07}"/>
              </a:ext>
            </a:extLst>
          </p:cNvPr>
          <p:cNvSpPr/>
          <p:nvPr/>
        </p:nvSpPr>
        <p:spPr>
          <a:xfrm>
            <a:off x="847422" y="1279931"/>
            <a:ext cx="667117" cy="506270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Retirar Rotas</a:t>
            </a:r>
          </a:p>
        </p:txBody>
      </p:sp>
      <p:sp>
        <p:nvSpPr>
          <p:cNvPr id="3" name="Rectangle 98">
            <a:extLst>
              <a:ext uri="{FF2B5EF4-FFF2-40B4-BE49-F238E27FC236}">
                <a16:creationId xmlns:a16="http://schemas.microsoft.com/office/drawing/2014/main" id="{D2812F85-2F1C-AB9B-AEC0-6D079CE9239E}"/>
              </a:ext>
            </a:extLst>
          </p:cNvPr>
          <p:cNvSpPr/>
          <p:nvPr/>
        </p:nvSpPr>
        <p:spPr>
          <a:xfrm>
            <a:off x="1938179" y="1287396"/>
            <a:ext cx="667117" cy="506270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Retirar Kits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BD2290AA-1923-7B2A-9402-C82CAB92D92D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1514539" y="1533066"/>
            <a:ext cx="423640" cy="7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98">
            <a:extLst>
              <a:ext uri="{FF2B5EF4-FFF2-40B4-BE49-F238E27FC236}">
                <a16:creationId xmlns:a16="http://schemas.microsoft.com/office/drawing/2014/main" id="{8CDC4CA2-312C-F3D3-9C71-0E76A6BCB15F}"/>
              </a:ext>
            </a:extLst>
          </p:cNvPr>
          <p:cNvSpPr/>
          <p:nvPr/>
        </p:nvSpPr>
        <p:spPr>
          <a:xfrm>
            <a:off x="3028936" y="1287396"/>
            <a:ext cx="667117" cy="506270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Iniciar Rota de Coleta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58F9EDD4-4AB6-8093-FE0C-3F5871182A50}"/>
              </a:ext>
            </a:extLst>
          </p:cNvPr>
          <p:cNvCxnSpPr/>
          <p:nvPr/>
        </p:nvCxnSpPr>
        <p:spPr>
          <a:xfrm>
            <a:off x="2605296" y="1540531"/>
            <a:ext cx="423640" cy="7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98">
            <a:extLst>
              <a:ext uri="{FF2B5EF4-FFF2-40B4-BE49-F238E27FC236}">
                <a16:creationId xmlns:a16="http://schemas.microsoft.com/office/drawing/2014/main" id="{571F016F-42E6-5DF4-9C30-1B150B8A48F3}"/>
              </a:ext>
            </a:extLst>
          </p:cNvPr>
          <p:cNvSpPr/>
          <p:nvPr/>
        </p:nvSpPr>
        <p:spPr>
          <a:xfrm>
            <a:off x="4119693" y="1287396"/>
            <a:ext cx="667117" cy="506270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Testar pH do Leite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F8296C15-3D42-FD83-5BC2-0912134900C1}"/>
              </a:ext>
            </a:extLst>
          </p:cNvPr>
          <p:cNvCxnSpPr/>
          <p:nvPr/>
        </p:nvCxnSpPr>
        <p:spPr>
          <a:xfrm>
            <a:off x="3711445" y="1547996"/>
            <a:ext cx="423640" cy="7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38EE9B75-7727-E01C-7998-82B3DD46FDC0}"/>
              </a:ext>
            </a:extLst>
          </p:cNvPr>
          <p:cNvCxnSpPr/>
          <p:nvPr/>
        </p:nvCxnSpPr>
        <p:spPr>
          <a:xfrm>
            <a:off x="4812602" y="1555461"/>
            <a:ext cx="423640" cy="7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98">
            <a:extLst>
              <a:ext uri="{FF2B5EF4-FFF2-40B4-BE49-F238E27FC236}">
                <a16:creationId xmlns:a16="http://schemas.microsoft.com/office/drawing/2014/main" id="{BA6531AA-80A8-6E2E-3FD8-82FB10A50B97}"/>
              </a:ext>
            </a:extLst>
          </p:cNvPr>
          <p:cNvSpPr/>
          <p:nvPr/>
        </p:nvSpPr>
        <p:spPr>
          <a:xfrm>
            <a:off x="6145219" y="1309958"/>
            <a:ext cx="667117" cy="506270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Continuar com a coleta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41492BEC-BE1B-F43B-328F-3D890620C896}"/>
              </a:ext>
            </a:extLst>
          </p:cNvPr>
          <p:cNvCxnSpPr/>
          <p:nvPr/>
        </p:nvCxnSpPr>
        <p:spPr>
          <a:xfrm>
            <a:off x="5688021" y="1562926"/>
            <a:ext cx="423640" cy="7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4D1EFE6-FA9A-3BDF-387C-5A640626EB1C}"/>
              </a:ext>
            </a:extLst>
          </p:cNvPr>
          <p:cNvSpPr txBox="1"/>
          <p:nvPr/>
        </p:nvSpPr>
        <p:spPr>
          <a:xfrm>
            <a:off x="5659884" y="1326132"/>
            <a:ext cx="4236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>
                <a:latin typeface="Arial" panose="020B0604020202020204" pitchFamily="34" charset="0"/>
                <a:cs typeface="Arial" panose="020B0604020202020204" pitchFamily="34" charset="0"/>
              </a:rPr>
              <a:t>Sim</a:t>
            </a:r>
          </a:p>
        </p:txBody>
      </p: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2D9A8A74-E4AD-C94B-6614-D544B3A65CC4}"/>
              </a:ext>
            </a:extLst>
          </p:cNvPr>
          <p:cNvCxnSpPr>
            <a:cxnSpLocks/>
          </p:cNvCxnSpPr>
          <p:nvPr/>
        </p:nvCxnSpPr>
        <p:spPr>
          <a:xfrm>
            <a:off x="5480224" y="1786201"/>
            <a:ext cx="0" cy="2745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2AF50A9E-B6C5-50D5-CB79-CE9FFA20AFA4}"/>
              </a:ext>
            </a:extLst>
          </p:cNvPr>
          <p:cNvCxnSpPr/>
          <p:nvPr/>
        </p:nvCxnSpPr>
        <p:spPr>
          <a:xfrm flipH="1">
            <a:off x="604299" y="965193"/>
            <a:ext cx="2431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13A4F03A-FDF5-AA44-44DF-AD9577A164AF}"/>
              </a:ext>
            </a:extLst>
          </p:cNvPr>
          <p:cNvCxnSpPr/>
          <p:nvPr/>
        </p:nvCxnSpPr>
        <p:spPr>
          <a:xfrm>
            <a:off x="604299" y="965193"/>
            <a:ext cx="0" cy="6051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FDEAA601-AEDA-1C5A-31D9-4727E1973862}"/>
              </a:ext>
            </a:extLst>
          </p:cNvPr>
          <p:cNvCxnSpPr/>
          <p:nvPr/>
        </p:nvCxnSpPr>
        <p:spPr>
          <a:xfrm>
            <a:off x="604299" y="1555461"/>
            <a:ext cx="243123" cy="7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98">
            <a:extLst>
              <a:ext uri="{FF2B5EF4-FFF2-40B4-BE49-F238E27FC236}">
                <a16:creationId xmlns:a16="http://schemas.microsoft.com/office/drawing/2014/main" id="{1611FAEA-F838-5BBD-B8C0-A7C018A9F658}"/>
              </a:ext>
            </a:extLst>
          </p:cNvPr>
          <p:cNvSpPr/>
          <p:nvPr/>
        </p:nvSpPr>
        <p:spPr>
          <a:xfrm>
            <a:off x="5081216" y="2110797"/>
            <a:ext cx="880424" cy="506270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Motorista rejeita o leite e informa o produtor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83E667ED-54B3-2AA3-EB78-DD78824C5309}"/>
              </a:ext>
            </a:extLst>
          </p:cNvPr>
          <p:cNvSpPr txBox="1"/>
          <p:nvPr/>
        </p:nvSpPr>
        <p:spPr>
          <a:xfrm>
            <a:off x="5085931" y="1750558"/>
            <a:ext cx="487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>
                <a:latin typeface="Arial" panose="020B0604020202020204" pitchFamily="34" charset="0"/>
                <a:cs typeface="Arial" panose="020B0604020202020204" pitchFamily="34" charset="0"/>
              </a:rPr>
              <a:t>Não</a:t>
            </a:r>
          </a:p>
        </p:txBody>
      </p:sp>
      <p:sp>
        <p:nvSpPr>
          <p:cNvPr id="31" name="Rectangle 98">
            <a:extLst>
              <a:ext uri="{FF2B5EF4-FFF2-40B4-BE49-F238E27FC236}">
                <a16:creationId xmlns:a16="http://schemas.microsoft.com/office/drawing/2014/main" id="{86EDE57A-0021-9B4F-BAB7-FFD524FF7314}"/>
              </a:ext>
            </a:extLst>
          </p:cNvPr>
          <p:cNvSpPr/>
          <p:nvPr/>
        </p:nvSpPr>
        <p:spPr>
          <a:xfrm>
            <a:off x="7260038" y="1317256"/>
            <a:ext cx="880424" cy="506270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Descarregar Leite na Indústria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846ED879-EB4A-8899-CE79-DE25570C1C9E}"/>
              </a:ext>
            </a:extLst>
          </p:cNvPr>
          <p:cNvSpPr txBox="1"/>
          <p:nvPr/>
        </p:nvSpPr>
        <p:spPr>
          <a:xfrm>
            <a:off x="5024422" y="1074122"/>
            <a:ext cx="9052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>
                <a:latin typeface="Arial" panose="020B0604020202020204" pitchFamily="34" charset="0"/>
                <a:cs typeface="Arial" panose="020B0604020202020204" pitchFamily="34" charset="0"/>
              </a:rPr>
              <a:t>Leite Aprovado</a:t>
            </a:r>
          </a:p>
        </p:txBody>
      </p: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714345D1-A3FB-300F-BA78-E5C71CCC8AD5}"/>
              </a:ext>
            </a:extLst>
          </p:cNvPr>
          <p:cNvCxnSpPr/>
          <p:nvPr/>
        </p:nvCxnSpPr>
        <p:spPr>
          <a:xfrm>
            <a:off x="6845894" y="1547996"/>
            <a:ext cx="423640" cy="7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98">
            <a:extLst>
              <a:ext uri="{FF2B5EF4-FFF2-40B4-BE49-F238E27FC236}">
                <a16:creationId xmlns:a16="http://schemas.microsoft.com/office/drawing/2014/main" id="{EE709C1C-6B36-5E98-FC00-D5C4E046FAD9}"/>
              </a:ext>
            </a:extLst>
          </p:cNvPr>
          <p:cNvSpPr/>
          <p:nvPr/>
        </p:nvSpPr>
        <p:spPr>
          <a:xfrm>
            <a:off x="7269534" y="2272937"/>
            <a:ext cx="880424" cy="546011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Informar Roteirização sobre Trajeto</a:t>
            </a:r>
          </a:p>
        </p:txBody>
      </p:sp>
      <p:sp>
        <p:nvSpPr>
          <p:cNvPr id="36" name="Rectangle 98">
            <a:extLst>
              <a:ext uri="{FF2B5EF4-FFF2-40B4-BE49-F238E27FC236}">
                <a16:creationId xmlns:a16="http://schemas.microsoft.com/office/drawing/2014/main" id="{68069878-5B54-5A83-81F0-4AA22724A928}"/>
              </a:ext>
            </a:extLst>
          </p:cNvPr>
          <p:cNvSpPr/>
          <p:nvPr/>
        </p:nvSpPr>
        <p:spPr>
          <a:xfrm>
            <a:off x="8598147" y="1310459"/>
            <a:ext cx="880424" cy="546011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Higienizar Caminhão</a:t>
            </a:r>
          </a:p>
        </p:txBody>
      </p: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6462C8FD-37EA-B853-7F2C-83DBBE95E9CA}"/>
              </a:ext>
            </a:extLst>
          </p:cNvPr>
          <p:cNvCxnSpPr/>
          <p:nvPr/>
        </p:nvCxnSpPr>
        <p:spPr>
          <a:xfrm>
            <a:off x="8164524" y="1570391"/>
            <a:ext cx="423640" cy="7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id="{A72F2791-BEB0-0799-986C-EA234DC66860}"/>
              </a:ext>
            </a:extLst>
          </p:cNvPr>
          <p:cNvCxnSpPr/>
          <p:nvPr/>
        </p:nvCxnSpPr>
        <p:spPr>
          <a:xfrm>
            <a:off x="9472651" y="1547996"/>
            <a:ext cx="423640" cy="7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98">
            <a:extLst>
              <a:ext uri="{FF2B5EF4-FFF2-40B4-BE49-F238E27FC236}">
                <a16:creationId xmlns:a16="http://schemas.microsoft.com/office/drawing/2014/main" id="{329438A1-BAC3-D6A9-26F0-7F658DF66562}"/>
              </a:ext>
            </a:extLst>
          </p:cNvPr>
          <p:cNvSpPr/>
          <p:nvPr/>
        </p:nvSpPr>
        <p:spPr>
          <a:xfrm>
            <a:off x="9936256" y="1285938"/>
            <a:ext cx="880424" cy="546011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Estacionar Caminhão</a:t>
            </a:r>
          </a:p>
        </p:txBody>
      </p:sp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E747C69E-C973-5B17-CEC2-A4853DE6A36E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6478778" y="1816228"/>
            <a:ext cx="13343" cy="7297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3F7A5B61-DA27-5A3F-43D7-9C7D26DAFB2B}"/>
              </a:ext>
            </a:extLst>
          </p:cNvPr>
          <p:cNvCxnSpPr>
            <a:endCxn id="35" idx="1"/>
          </p:cNvCxnSpPr>
          <p:nvPr/>
        </p:nvCxnSpPr>
        <p:spPr>
          <a:xfrm>
            <a:off x="6492121" y="2545942"/>
            <a:ext cx="777413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>
            <a:extLst>
              <a:ext uri="{FF2B5EF4-FFF2-40B4-BE49-F238E27FC236}">
                <a16:creationId xmlns:a16="http://schemas.microsoft.com/office/drawing/2014/main" id="{840E2274-57EA-A1C8-C491-F1079DEF90E3}"/>
              </a:ext>
            </a:extLst>
          </p:cNvPr>
          <p:cNvCxnSpPr>
            <a:endCxn id="31" idx="2"/>
          </p:cNvCxnSpPr>
          <p:nvPr/>
        </p:nvCxnSpPr>
        <p:spPr>
          <a:xfrm flipV="1">
            <a:off x="7700250" y="1823526"/>
            <a:ext cx="0" cy="4494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Fluxograma: Conector 48">
            <a:extLst>
              <a:ext uri="{FF2B5EF4-FFF2-40B4-BE49-F238E27FC236}">
                <a16:creationId xmlns:a16="http://schemas.microsoft.com/office/drawing/2014/main" id="{45E44384-C377-FF05-E4D5-B085019CF5CE}"/>
              </a:ext>
            </a:extLst>
          </p:cNvPr>
          <p:cNvSpPr/>
          <p:nvPr/>
        </p:nvSpPr>
        <p:spPr>
          <a:xfrm>
            <a:off x="11274365" y="1356413"/>
            <a:ext cx="455536" cy="398095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0" name="Conector de Seta Reta 49">
            <a:extLst>
              <a:ext uri="{FF2B5EF4-FFF2-40B4-BE49-F238E27FC236}">
                <a16:creationId xmlns:a16="http://schemas.microsoft.com/office/drawing/2014/main" id="{A3804C7C-A993-E4A2-F6A3-AF8B4C475D37}"/>
              </a:ext>
            </a:extLst>
          </p:cNvPr>
          <p:cNvCxnSpPr/>
          <p:nvPr/>
        </p:nvCxnSpPr>
        <p:spPr>
          <a:xfrm>
            <a:off x="10863577" y="1544263"/>
            <a:ext cx="423640" cy="7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F44DD63F-F61B-3F0F-AA6F-A5DA9D29B012}"/>
              </a:ext>
            </a:extLst>
          </p:cNvPr>
          <p:cNvSpPr txBox="1"/>
          <p:nvPr/>
        </p:nvSpPr>
        <p:spPr>
          <a:xfrm>
            <a:off x="11358482" y="1750558"/>
            <a:ext cx="5661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>
                <a:latin typeface="Arial" panose="020B0604020202020204" pitchFamily="34" charset="0"/>
                <a:cs typeface="Arial" panose="020B0604020202020204" pitchFamily="34" charset="0"/>
              </a:rPr>
              <a:t>Fim</a:t>
            </a:r>
          </a:p>
        </p:txBody>
      </p:sp>
      <p:sp>
        <p:nvSpPr>
          <p:cNvPr id="52" name="Rectangle 98">
            <a:extLst>
              <a:ext uri="{FF2B5EF4-FFF2-40B4-BE49-F238E27FC236}">
                <a16:creationId xmlns:a16="http://schemas.microsoft.com/office/drawing/2014/main" id="{71AB548D-9700-768E-D8CD-1C13AE2BCE3B}"/>
              </a:ext>
            </a:extLst>
          </p:cNvPr>
          <p:cNvSpPr/>
          <p:nvPr/>
        </p:nvSpPr>
        <p:spPr>
          <a:xfrm>
            <a:off x="2922282" y="3157904"/>
            <a:ext cx="880424" cy="367242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Entregar Kits ao Motorista</a:t>
            </a:r>
          </a:p>
        </p:txBody>
      </p:sp>
      <p:cxnSp>
        <p:nvCxnSpPr>
          <p:cNvPr id="54" name="Conector de Seta Reta 53">
            <a:extLst>
              <a:ext uri="{FF2B5EF4-FFF2-40B4-BE49-F238E27FC236}">
                <a16:creationId xmlns:a16="http://schemas.microsoft.com/office/drawing/2014/main" id="{048CCF20-B69A-7E48-90F5-8A73C4318023}"/>
              </a:ext>
            </a:extLst>
          </p:cNvPr>
          <p:cNvCxnSpPr>
            <a:endCxn id="13" idx="2"/>
          </p:cNvCxnSpPr>
          <p:nvPr/>
        </p:nvCxnSpPr>
        <p:spPr>
          <a:xfrm flipV="1">
            <a:off x="3362494" y="1793666"/>
            <a:ext cx="1" cy="1272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>
            <a:extLst>
              <a:ext uri="{FF2B5EF4-FFF2-40B4-BE49-F238E27FC236}">
                <a16:creationId xmlns:a16="http://schemas.microsoft.com/office/drawing/2014/main" id="{BC200BC9-8A67-3E7B-FB36-A0BB60005221}"/>
              </a:ext>
            </a:extLst>
          </p:cNvPr>
          <p:cNvCxnSpPr/>
          <p:nvPr/>
        </p:nvCxnSpPr>
        <p:spPr>
          <a:xfrm>
            <a:off x="467827" y="3341525"/>
            <a:ext cx="24544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98">
            <a:extLst>
              <a:ext uri="{FF2B5EF4-FFF2-40B4-BE49-F238E27FC236}">
                <a16:creationId xmlns:a16="http://schemas.microsoft.com/office/drawing/2014/main" id="{9DE0444A-C587-B5CA-F6CE-3BD554CFF2AD}"/>
              </a:ext>
            </a:extLst>
          </p:cNvPr>
          <p:cNvSpPr/>
          <p:nvPr/>
        </p:nvSpPr>
        <p:spPr>
          <a:xfrm rot="2797591">
            <a:off x="2093238" y="2369060"/>
            <a:ext cx="357000" cy="334013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endParaRPr lang="pt-BR" sz="800" dirty="0">
              <a:solidFill>
                <a:prstClr val="black"/>
              </a:solidFill>
              <a:latin typeface="Arial" pitchFamily="34" charset="0"/>
              <a:ea typeface="ＭＳ Ｐゴシック" charset="0"/>
              <a:cs typeface="Arial" pitchFamily="34" charset="0"/>
              <a:sym typeface="Calibri" charset="0"/>
            </a:endParaRPr>
          </a:p>
        </p:txBody>
      </p: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D59CA1CE-F227-AE21-89AE-879ED9125917}"/>
              </a:ext>
            </a:extLst>
          </p:cNvPr>
          <p:cNvCxnSpPr>
            <a:cxnSpLocks/>
          </p:cNvCxnSpPr>
          <p:nvPr/>
        </p:nvCxnSpPr>
        <p:spPr>
          <a:xfrm>
            <a:off x="462099" y="3157904"/>
            <a:ext cx="18096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de Seta Reta 62">
            <a:extLst>
              <a:ext uri="{FF2B5EF4-FFF2-40B4-BE49-F238E27FC236}">
                <a16:creationId xmlns:a16="http://schemas.microsoft.com/office/drawing/2014/main" id="{575BFD5D-16B6-D1EA-2CDD-452F6B9C2BCB}"/>
              </a:ext>
            </a:extLst>
          </p:cNvPr>
          <p:cNvCxnSpPr/>
          <p:nvPr/>
        </p:nvCxnSpPr>
        <p:spPr>
          <a:xfrm flipV="1">
            <a:off x="2271737" y="2740518"/>
            <a:ext cx="0" cy="4173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632F90CF-C648-8900-7944-6B4A377D7D3C}"/>
              </a:ext>
            </a:extLst>
          </p:cNvPr>
          <p:cNvSpPr txBox="1"/>
          <p:nvPr/>
        </p:nvSpPr>
        <p:spPr>
          <a:xfrm>
            <a:off x="1075864" y="2403074"/>
            <a:ext cx="9052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>
                <a:latin typeface="Arial" panose="020B0604020202020204" pitchFamily="34" charset="0"/>
                <a:cs typeface="Arial" panose="020B0604020202020204" pitchFamily="34" charset="0"/>
              </a:rPr>
              <a:t>Kits Suficientes</a:t>
            </a: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0F44AF7D-2F61-1018-FDB5-9A6DDA452C9C}"/>
              </a:ext>
            </a:extLst>
          </p:cNvPr>
          <p:cNvSpPr txBox="1"/>
          <p:nvPr/>
        </p:nvSpPr>
        <p:spPr>
          <a:xfrm>
            <a:off x="1871045" y="2903127"/>
            <a:ext cx="4236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>
                <a:latin typeface="Arial" panose="020B0604020202020204" pitchFamily="34" charset="0"/>
                <a:cs typeface="Arial" panose="020B0604020202020204" pitchFamily="34" charset="0"/>
              </a:rPr>
              <a:t>Sim</a:t>
            </a:r>
          </a:p>
        </p:txBody>
      </p:sp>
      <p:cxnSp>
        <p:nvCxnSpPr>
          <p:cNvPr id="68" name="Conector de Seta Reta 67">
            <a:extLst>
              <a:ext uri="{FF2B5EF4-FFF2-40B4-BE49-F238E27FC236}">
                <a16:creationId xmlns:a16="http://schemas.microsoft.com/office/drawing/2014/main" id="{91F98B4F-6F44-D817-E39F-FCEE2FDFBBF0}"/>
              </a:ext>
            </a:extLst>
          </p:cNvPr>
          <p:cNvCxnSpPr>
            <a:endCxn id="3" idx="2"/>
          </p:cNvCxnSpPr>
          <p:nvPr/>
        </p:nvCxnSpPr>
        <p:spPr>
          <a:xfrm flipV="1">
            <a:off x="2271737" y="1793666"/>
            <a:ext cx="1" cy="4792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98">
            <a:extLst>
              <a:ext uri="{FF2B5EF4-FFF2-40B4-BE49-F238E27FC236}">
                <a16:creationId xmlns:a16="http://schemas.microsoft.com/office/drawing/2014/main" id="{680740B1-850B-5340-D646-9EF05B55B3F9}"/>
              </a:ext>
            </a:extLst>
          </p:cNvPr>
          <p:cNvSpPr/>
          <p:nvPr/>
        </p:nvSpPr>
        <p:spPr>
          <a:xfrm rot="16200000">
            <a:off x="-118940" y="4076018"/>
            <a:ext cx="808210" cy="353871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Almoxarifado / Estoquista</a:t>
            </a:r>
          </a:p>
        </p:txBody>
      </p:sp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3B12983D-DA9E-86A8-7159-B6018D495001}"/>
              </a:ext>
            </a:extLst>
          </p:cNvPr>
          <p:cNvCxnSpPr/>
          <p:nvPr/>
        </p:nvCxnSpPr>
        <p:spPr>
          <a:xfrm>
            <a:off x="2515719" y="2545942"/>
            <a:ext cx="2035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4F0A5EA7-CBD3-5F37-DA59-F95F5F0103DB}"/>
              </a:ext>
            </a:extLst>
          </p:cNvPr>
          <p:cNvSpPr txBox="1"/>
          <p:nvPr/>
        </p:nvSpPr>
        <p:spPr>
          <a:xfrm>
            <a:off x="2503482" y="2576698"/>
            <a:ext cx="4236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>
                <a:latin typeface="Arial" panose="020B0604020202020204" pitchFamily="34" charset="0"/>
                <a:cs typeface="Arial" panose="020B0604020202020204" pitchFamily="34" charset="0"/>
              </a:rPr>
              <a:t>Não</a:t>
            </a:r>
          </a:p>
        </p:txBody>
      </p:sp>
      <p:sp>
        <p:nvSpPr>
          <p:cNvPr id="78" name="Rectangle 98">
            <a:extLst>
              <a:ext uri="{FF2B5EF4-FFF2-40B4-BE49-F238E27FC236}">
                <a16:creationId xmlns:a16="http://schemas.microsoft.com/office/drawing/2014/main" id="{8E7805D8-7D05-21CE-B73F-65FEE194D8C5}"/>
              </a:ext>
            </a:extLst>
          </p:cNvPr>
          <p:cNvSpPr/>
          <p:nvPr/>
        </p:nvSpPr>
        <p:spPr>
          <a:xfrm>
            <a:off x="4110522" y="3835756"/>
            <a:ext cx="1036141" cy="367242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Buscar mais kits no almoxarifado</a:t>
            </a:r>
          </a:p>
        </p:txBody>
      </p:sp>
      <p:cxnSp>
        <p:nvCxnSpPr>
          <p:cNvPr id="80" name="Conector de Seta Reta 79">
            <a:extLst>
              <a:ext uri="{FF2B5EF4-FFF2-40B4-BE49-F238E27FC236}">
                <a16:creationId xmlns:a16="http://schemas.microsoft.com/office/drawing/2014/main" id="{97B54E83-362B-E707-441F-D0DEC6CB20FA}"/>
              </a:ext>
            </a:extLst>
          </p:cNvPr>
          <p:cNvCxnSpPr/>
          <p:nvPr/>
        </p:nvCxnSpPr>
        <p:spPr>
          <a:xfrm>
            <a:off x="4550735" y="2560872"/>
            <a:ext cx="0" cy="1237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to 81">
            <a:extLst>
              <a:ext uri="{FF2B5EF4-FFF2-40B4-BE49-F238E27FC236}">
                <a16:creationId xmlns:a16="http://schemas.microsoft.com/office/drawing/2014/main" id="{6835EAAC-96AE-1EB1-7A13-33528FB7325E}"/>
              </a:ext>
            </a:extLst>
          </p:cNvPr>
          <p:cNvCxnSpPr/>
          <p:nvPr/>
        </p:nvCxnSpPr>
        <p:spPr>
          <a:xfrm flipV="1">
            <a:off x="7700250" y="965193"/>
            <a:ext cx="0" cy="3395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to 83">
            <a:extLst>
              <a:ext uri="{FF2B5EF4-FFF2-40B4-BE49-F238E27FC236}">
                <a16:creationId xmlns:a16="http://schemas.microsoft.com/office/drawing/2014/main" id="{BDAFFDEE-ABE6-A5E7-9127-C2B804A75536}"/>
              </a:ext>
            </a:extLst>
          </p:cNvPr>
          <p:cNvCxnSpPr/>
          <p:nvPr/>
        </p:nvCxnSpPr>
        <p:spPr>
          <a:xfrm>
            <a:off x="7700250" y="965193"/>
            <a:ext cx="41444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to 85">
            <a:extLst>
              <a:ext uri="{FF2B5EF4-FFF2-40B4-BE49-F238E27FC236}">
                <a16:creationId xmlns:a16="http://schemas.microsoft.com/office/drawing/2014/main" id="{A34B2C3B-8988-2170-B132-1BFA2EA4A233}"/>
              </a:ext>
            </a:extLst>
          </p:cNvPr>
          <p:cNvCxnSpPr/>
          <p:nvPr/>
        </p:nvCxnSpPr>
        <p:spPr>
          <a:xfrm>
            <a:off x="11924651" y="965193"/>
            <a:ext cx="0" cy="23763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de Seta Reta 87">
            <a:extLst>
              <a:ext uri="{FF2B5EF4-FFF2-40B4-BE49-F238E27FC236}">
                <a16:creationId xmlns:a16="http://schemas.microsoft.com/office/drawing/2014/main" id="{73934ACB-C597-6F54-9132-CF47CBA20218}"/>
              </a:ext>
            </a:extLst>
          </p:cNvPr>
          <p:cNvCxnSpPr/>
          <p:nvPr/>
        </p:nvCxnSpPr>
        <p:spPr>
          <a:xfrm flipH="1">
            <a:off x="11354346" y="3355059"/>
            <a:ext cx="5703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98">
            <a:extLst>
              <a:ext uri="{FF2B5EF4-FFF2-40B4-BE49-F238E27FC236}">
                <a16:creationId xmlns:a16="http://schemas.microsoft.com/office/drawing/2014/main" id="{C07EE0CB-E710-7C31-EF63-8CCEF6B8A7B5}"/>
              </a:ext>
            </a:extLst>
          </p:cNvPr>
          <p:cNvSpPr/>
          <p:nvPr/>
        </p:nvSpPr>
        <p:spPr>
          <a:xfrm>
            <a:off x="10353951" y="3042804"/>
            <a:ext cx="880424" cy="546011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Realizar Teste de Qualidade na Indústria</a:t>
            </a:r>
          </a:p>
        </p:txBody>
      </p:sp>
      <p:sp>
        <p:nvSpPr>
          <p:cNvPr id="90" name="Rectangle 98">
            <a:extLst>
              <a:ext uri="{FF2B5EF4-FFF2-40B4-BE49-F238E27FC236}">
                <a16:creationId xmlns:a16="http://schemas.microsoft.com/office/drawing/2014/main" id="{A3B58C11-4DB7-78D1-2417-46522BDF0D0F}"/>
              </a:ext>
            </a:extLst>
          </p:cNvPr>
          <p:cNvSpPr/>
          <p:nvPr/>
        </p:nvSpPr>
        <p:spPr>
          <a:xfrm rot="2797591">
            <a:off x="9335198" y="3167121"/>
            <a:ext cx="357000" cy="334013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endParaRPr lang="pt-BR" sz="800" dirty="0">
              <a:solidFill>
                <a:prstClr val="black"/>
              </a:solidFill>
              <a:latin typeface="Arial" pitchFamily="34" charset="0"/>
              <a:ea typeface="ＭＳ Ｐゴシック" charset="0"/>
              <a:cs typeface="Arial" pitchFamily="34" charset="0"/>
              <a:sym typeface="Calibri" charset="0"/>
            </a:endParaRPr>
          </a:p>
        </p:txBody>
      </p:sp>
      <p:cxnSp>
        <p:nvCxnSpPr>
          <p:cNvPr id="91" name="Conector de Seta Reta 90">
            <a:extLst>
              <a:ext uri="{FF2B5EF4-FFF2-40B4-BE49-F238E27FC236}">
                <a16:creationId xmlns:a16="http://schemas.microsoft.com/office/drawing/2014/main" id="{5CA27229-C1C5-ECBD-1530-CC293E3FD442}"/>
              </a:ext>
            </a:extLst>
          </p:cNvPr>
          <p:cNvCxnSpPr/>
          <p:nvPr/>
        </p:nvCxnSpPr>
        <p:spPr>
          <a:xfrm flipH="1">
            <a:off x="9772460" y="3315809"/>
            <a:ext cx="5703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9F9C0A46-142B-809C-C84E-704E3C884A3C}"/>
              </a:ext>
            </a:extLst>
          </p:cNvPr>
          <p:cNvSpPr txBox="1"/>
          <p:nvPr/>
        </p:nvSpPr>
        <p:spPr>
          <a:xfrm>
            <a:off x="9257929" y="2588115"/>
            <a:ext cx="905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/>
              <a:t>Leite aprovado no segundo teste?</a:t>
            </a:r>
            <a:endParaRPr lang="pt-BR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Rectangle 98">
            <a:extLst>
              <a:ext uri="{FF2B5EF4-FFF2-40B4-BE49-F238E27FC236}">
                <a16:creationId xmlns:a16="http://schemas.microsoft.com/office/drawing/2014/main" id="{4DAA68DB-AFDB-1380-E9CC-818221EB3BD0}"/>
              </a:ext>
            </a:extLst>
          </p:cNvPr>
          <p:cNvSpPr/>
          <p:nvPr/>
        </p:nvSpPr>
        <p:spPr>
          <a:xfrm>
            <a:off x="7750489" y="3082053"/>
            <a:ext cx="880424" cy="546011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Descarregar no tanque principal</a:t>
            </a:r>
          </a:p>
        </p:txBody>
      </p:sp>
      <p:cxnSp>
        <p:nvCxnSpPr>
          <p:cNvPr id="94" name="Conector de Seta Reta 93">
            <a:extLst>
              <a:ext uri="{FF2B5EF4-FFF2-40B4-BE49-F238E27FC236}">
                <a16:creationId xmlns:a16="http://schemas.microsoft.com/office/drawing/2014/main" id="{83E8070C-0E6F-989C-7651-E6E417023F09}"/>
              </a:ext>
            </a:extLst>
          </p:cNvPr>
          <p:cNvCxnSpPr/>
          <p:nvPr/>
        </p:nvCxnSpPr>
        <p:spPr>
          <a:xfrm flipH="1">
            <a:off x="8670903" y="3341525"/>
            <a:ext cx="5703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2B54244F-DE09-0145-FAE4-77F7E93B3D44}"/>
              </a:ext>
            </a:extLst>
          </p:cNvPr>
          <p:cNvSpPr txBox="1"/>
          <p:nvPr/>
        </p:nvSpPr>
        <p:spPr>
          <a:xfrm>
            <a:off x="8791862" y="3145773"/>
            <a:ext cx="4236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>
                <a:latin typeface="Arial" panose="020B0604020202020204" pitchFamily="34" charset="0"/>
                <a:cs typeface="Arial" panose="020B0604020202020204" pitchFamily="34" charset="0"/>
              </a:rPr>
              <a:t>Sim</a:t>
            </a:r>
          </a:p>
        </p:txBody>
      </p:sp>
      <p:sp>
        <p:nvSpPr>
          <p:cNvPr id="96" name="Rectangle 98">
            <a:extLst>
              <a:ext uri="{FF2B5EF4-FFF2-40B4-BE49-F238E27FC236}">
                <a16:creationId xmlns:a16="http://schemas.microsoft.com/office/drawing/2014/main" id="{BC0502CB-7ADB-215A-4C49-60267FAB510D}"/>
              </a:ext>
            </a:extLst>
          </p:cNvPr>
          <p:cNvSpPr/>
          <p:nvPr/>
        </p:nvSpPr>
        <p:spPr>
          <a:xfrm>
            <a:off x="9038359" y="3886048"/>
            <a:ext cx="880424" cy="546011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Descarregar no tanque secundário</a:t>
            </a:r>
          </a:p>
        </p:txBody>
      </p:sp>
      <p:cxnSp>
        <p:nvCxnSpPr>
          <p:cNvPr id="98" name="Conector de Seta Reta 97">
            <a:extLst>
              <a:ext uri="{FF2B5EF4-FFF2-40B4-BE49-F238E27FC236}">
                <a16:creationId xmlns:a16="http://schemas.microsoft.com/office/drawing/2014/main" id="{54EDA3C8-F12D-6FD0-0B16-1E9665ECA98F}"/>
              </a:ext>
            </a:extLst>
          </p:cNvPr>
          <p:cNvCxnSpPr>
            <a:cxnSpLocks/>
          </p:cNvCxnSpPr>
          <p:nvPr/>
        </p:nvCxnSpPr>
        <p:spPr>
          <a:xfrm>
            <a:off x="9513698" y="3588815"/>
            <a:ext cx="0" cy="2745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CaixaDeTexto 98">
            <a:extLst>
              <a:ext uri="{FF2B5EF4-FFF2-40B4-BE49-F238E27FC236}">
                <a16:creationId xmlns:a16="http://schemas.microsoft.com/office/drawing/2014/main" id="{D5650D91-ECF2-CF06-9A61-749BA9C4BF8D}"/>
              </a:ext>
            </a:extLst>
          </p:cNvPr>
          <p:cNvSpPr txBox="1"/>
          <p:nvPr/>
        </p:nvSpPr>
        <p:spPr>
          <a:xfrm>
            <a:off x="9545859" y="3630264"/>
            <a:ext cx="4236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>
                <a:latin typeface="Arial" panose="020B0604020202020204" pitchFamily="34" charset="0"/>
                <a:cs typeface="Arial" panose="020B0604020202020204" pitchFamily="34" charset="0"/>
              </a:rPr>
              <a:t>Não</a:t>
            </a:r>
          </a:p>
        </p:txBody>
      </p:sp>
      <p:sp>
        <p:nvSpPr>
          <p:cNvPr id="100" name="Rectangle 98">
            <a:extLst>
              <a:ext uri="{FF2B5EF4-FFF2-40B4-BE49-F238E27FC236}">
                <a16:creationId xmlns:a16="http://schemas.microsoft.com/office/drawing/2014/main" id="{3ED53D17-A0BA-73A5-91EB-EF57DA6E1933}"/>
              </a:ext>
            </a:extLst>
          </p:cNvPr>
          <p:cNvSpPr/>
          <p:nvPr/>
        </p:nvSpPr>
        <p:spPr>
          <a:xfrm rot="2797591">
            <a:off x="3091770" y="3855910"/>
            <a:ext cx="357000" cy="334013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endParaRPr lang="pt-BR" sz="800" dirty="0">
              <a:solidFill>
                <a:prstClr val="black"/>
              </a:solidFill>
              <a:latin typeface="Arial" pitchFamily="34" charset="0"/>
              <a:ea typeface="ＭＳ Ｐゴシック" charset="0"/>
              <a:cs typeface="Arial" pitchFamily="34" charset="0"/>
              <a:sym typeface="Calibri" charset="0"/>
            </a:endParaRPr>
          </a:p>
        </p:txBody>
      </p:sp>
      <p:cxnSp>
        <p:nvCxnSpPr>
          <p:cNvPr id="102" name="Conector de Seta Reta 101">
            <a:extLst>
              <a:ext uri="{FF2B5EF4-FFF2-40B4-BE49-F238E27FC236}">
                <a16:creationId xmlns:a16="http://schemas.microsoft.com/office/drawing/2014/main" id="{C0DE053F-6456-9AE3-67EC-FE404E5BB491}"/>
              </a:ext>
            </a:extLst>
          </p:cNvPr>
          <p:cNvCxnSpPr/>
          <p:nvPr/>
        </p:nvCxnSpPr>
        <p:spPr>
          <a:xfrm flipH="1">
            <a:off x="3514251" y="4019377"/>
            <a:ext cx="5703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EE685253-19B2-E9B7-4158-E4E6CE20BAC5}"/>
              </a:ext>
            </a:extLst>
          </p:cNvPr>
          <p:cNvSpPr txBox="1"/>
          <p:nvPr/>
        </p:nvSpPr>
        <p:spPr>
          <a:xfrm>
            <a:off x="3302853" y="3626489"/>
            <a:ext cx="1061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>
                <a:latin typeface="Arial" panose="020B0604020202020204" pitchFamily="34" charset="0"/>
                <a:cs typeface="Arial" panose="020B0604020202020204" pitchFamily="34" charset="0"/>
              </a:rPr>
              <a:t>Kits disponíveis no Almoxarifado?</a:t>
            </a:r>
          </a:p>
        </p:txBody>
      </p:sp>
      <p:sp>
        <p:nvSpPr>
          <p:cNvPr id="104" name="Rectangle 98">
            <a:extLst>
              <a:ext uri="{FF2B5EF4-FFF2-40B4-BE49-F238E27FC236}">
                <a16:creationId xmlns:a16="http://schemas.microsoft.com/office/drawing/2014/main" id="{107997B5-E3B0-4D6A-90CC-889642592B90}"/>
              </a:ext>
            </a:extLst>
          </p:cNvPr>
          <p:cNvSpPr/>
          <p:nvPr/>
        </p:nvSpPr>
        <p:spPr>
          <a:xfrm>
            <a:off x="1615732" y="3780228"/>
            <a:ext cx="809283" cy="506270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Entregar ao Motorista</a:t>
            </a:r>
          </a:p>
        </p:txBody>
      </p:sp>
      <p:cxnSp>
        <p:nvCxnSpPr>
          <p:cNvPr id="105" name="Conector de Seta Reta 104">
            <a:extLst>
              <a:ext uri="{FF2B5EF4-FFF2-40B4-BE49-F238E27FC236}">
                <a16:creationId xmlns:a16="http://schemas.microsoft.com/office/drawing/2014/main" id="{E01B6E79-F31E-CDDC-BD1B-9492303048D2}"/>
              </a:ext>
            </a:extLst>
          </p:cNvPr>
          <p:cNvCxnSpPr/>
          <p:nvPr/>
        </p:nvCxnSpPr>
        <p:spPr>
          <a:xfrm flipH="1">
            <a:off x="2455984" y="4019377"/>
            <a:ext cx="5703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7A3E2C3A-0F5E-1E74-CADF-14B656027771}"/>
              </a:ext>
            </a:extLst>
          </p:cNvPr>
          <p:cNvSpPr txBox="1"/>
          <p:nvPr/>
        </p:nvSpPr>
        <p:spPr>
          <a:xfrm>
            <a:off x="2742805" y="3758577"/>
            <a:ext cx="4236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>
                <a:latin typeface="Arial" panose="020B0604020202020204" pitchFamily="34" charset="0"/>
                <a:cs typeface="Arial" panose="020B0604020202020204" pitchFamily="34" charset="0"/>
              </a:rPr>
              <a:t>Sim</a:t>
            </a:r>
          </a:p>
        </p:txBody>
      </p:sp>
      <p:cxnSp>
        <p:nvCxnSpPr>
          <p:cNvPr id="107" name="Conector de Seta Reta 106">
            <a:extLst>
              <a:ext uri="{FF2B5EF4-FFF2-40B4-BE49-F238E27FC236}">
                <a16:creationId xmlns:a16="http://schemas.microsoft.com/office/drawing/2014/main" id="{3088036D-2475-D085-8F42-FABC1F24B1B9}"/>
              </a:ext>
            </a:extLst>
          </p:cNvPr>
          <p:cNvCxnSpPr>
            <a:cxnSpLocks/>
          </p:cNvCxnSpPr>
          <p:nvPr/>
        </p:nvCxnSpPr>
        <p:spPr>
          <a:xfrm>
            <a:off x="3270270" y="4286498"/>
            <a:ext cx="0" cy="2745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 98">
            <a:extLst>
              <a:ext uri="{FF2B5EF4-FFF2-40B4-BE49-F238E27FC236}">
                <a16:creationId xmlns:a16="http://schemas.microsoft.com/office/drawing/2014/main" id="{BAA9FC6E-3E09-950B-8F9D-C5C2C0D92052}"/>
              </a:ext>
            </a:extLst>
          </p:cNvPr>
          <p:cNvSpPr/>
          <p:nvPr/>
        </p:nvSpPr>
        <p:spPr>
          <a:xfrm>
            <a:off x="2786085" y="4587735"/>
            <a:ext cx="1036141" cy="367242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Solicitar Compra de Kits</a:t>
            </a:r>
          </a:p>
        </p:txBody>
      </p:sp>
      <p:sp>
        <p:nvSpPr>
          <p:cNvPr id="109" name="CaixaDeTexto 108">
            <a:extLst>
              <a:ext uri="{FF2B5EF4-FFF2-40B4-BE49-F238E27FC236}">
                <a16:creationId xmlns:a16="http://schemas.microsoft.com/office/drawing/2014/main" id="{6800F9E9-53D0-9748-E297-AC4D879A7DAE}"/>
              </a:ext>
            </a:extLst>
          </p:cNvPr>
          <p:cNvSpPr txBox="1"/>
          <p:nvPr/>
        </p:nvSpPr>
        <p:spPr>
          <a:xfrm>
            <a:off x="3289246" y="4390248"/>
            <a:ext cx="487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>
                <a:latin typeface="Arial" panose="020B0604020202020204" pitchFamily="34" charset="0"/>
                <a:cs typeface="Arial" panose="020B0604020202020204" pitchFamily="34" charset="0"/>
              </a:rPr>
              <a:t>Não</a:t>
            </a:r>
          </a:p>
        </p:txBody>
      </p:sp>
      <p:cxnSp>
        <p:nvCxnSpPr>
          <p:cNvPr id="111" name="Conector de Seta Reta 110">
            <a:extLst>
              <a:ext uri="{FF2B5EF4-FFF2-40B4-BE49-F238E27FC236}">
                <a16:creationId xmlns:a16="http://schemas.microsoft.com/office/drawing/2014/main" id="{0E788E11-E9B0-F099-145A-43F98D956D70}"/>
              </a:ext>
            </a:extLst>
          </p:cNvPr>
          <p:cNvCxnSpPr>
            <a:cxnSpLocks/>
          </p:cNvCxnSpPr>
          <p:nvPr/>
        </p:nvCxnSpPr>
        <p:spPr>
          <a:xfrm>
            <a:off x="5521428" y="2628573"/>
            <a:ext cx="0" cy="2745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Fluxograma: Conector 111">
            <a:extLst>
              <a:ext uri="{FF2B5EF4-FFF2-40B4-BE49-F238E27FC236}">
                <a16:creationId xmlns:a16="http://schemas.microsoft.com/office/drawing/2014/main" id="{947A21AB-49C4-C3C9-26D3-CD24F95B8F1C}"/>
              </a:ext>
            </a:extLst>
          </p:cNvPr>
          <p:cNvSpPr/>
          <p:nvPr/>
        </p:nvSpPr>
        <p:spPr>
          <a:xfrm>
            <a:off x="5293660" y="2946725"/>
            <a:ext cx="455536" cy="398095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3" name="CaixaDeTexto 112">
            <a:extLst>
              <a:ext uri="{FF2B5EF4-FFF2-40B4-BE49-F238E27FC236}">
                <a16:creationId xmlns:a16="http://schemas.microsoft.com/office/drawing/2014/main" id="{1F4035C7-DF60-0802-6060-88196AA471F9}"/>
              </a:ext>
            </a:extLst>
          </p:cNvPr>
          <p:cNvSpPr txBox="1"/>
          <p:nvPr/>
        </p:nvSpPr>
        <p:spPr>
          <a:xfrm>
            <a:off x="5678555" y="3244834"/>
            <a:ext cx="5661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>
                <a:latin typeface="Arial" panose="020B0604020202020204" pitchFamily="34" charset="0"/>
                <a:cs typeface="Arial" panose="020B0604020202020204" pitchFamily="34" charset="0"/>
              </a:rPr>
              <a:t>Fim</a:t>
            </a:r>
          </a:p>
        </p:txBody>
      </p:sp>
      <p:sp>
        <p:nvSpPr>
          <p:cNvPr id="114" name="Rectangle 98">
            <a:extLst>
              <a:ext uri="{FF2B5EF4-FFF2-40B4-BE49-F238E27FC236}">
                <a16:creationId xmlns:a16="http://schemas.microsoft.com/office/drawing/2014/main" id="{D4BC874E-344E-B9F2-B1A5-5D4C505F6AA8}"/>
              </a:ext>
            </a:extLst>
          </p:cNvPr>
          <p:cNvSpPr/>
          <p:nvPr/>
        </p:nvSpPr>
        <p:spPr>
          <a:xfrm rot="16200000">
            <a:off x="-59928" y="5121456"/>
            <a:ext cx="686830" cy="353871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Comprador</a:t>
            </a:r>
          </a:p>
        </p:txBody>
      </p:sp>
      <p:cxnSp>
        <p:nvCxnSpPr>
          <p:cNvPr id="117" name="Conector reto 116">
            <a:extLst>
              <a:ext uri="{FF2B5EF4-FFF2-40B4-BE49-F238E27FC236}">
                <a16:creationId xmlns:a16="http://schemas.microsoft.com/office/drawing/2014/main" id="{94A1F300-F5DB-E7DA-9474-D30E6DAE2551}"/>
              </a:ext>
            </a:extLst>
          </p:cNvPr>
          <p:cNvCxnSpPr>
            <a:stCxn id="108" idx="3"/>
          </p:cNvCxnSpPr>
          <p:nvPr/>
        </p:nvCxnSpPr>
        <p:spPr>
          <a:xfrm>
            <a:off x="3822226" y="4771356"/>
            <a:ext cx="5422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ector reto 118">
            <a:extLst>
              <a:ext uri="{FF2B5EF4-FFF2-40B4-BE49-F238E27FC236}">
                <a16:creationId xmlns:a16="http://schemas.microsoft.com/office/drawing/2014/main" id="{3B06B2EF-0FDD-B398-23FB-70098E75B629}"/>
              </a:ext>
            </a:extLst>
          </p:cNvPr>
          <p:cNvCxnSpPr>
            <a:cxnSpLocks/>
          </p:cNvCxnSpPr>
          <p:nvPr/>
        </p:nvCxnSpPr>
        <p:spPr>
          <a:xfrm>
            <a:off x="4364453" y="4771356"/>
            <a:ext cx="0" cy="3054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ector reto 120">
            <a:extLst>
              <a:ext uri="{FF2B5EF4-FFF2-40B4-BE49-F238E27FC236}">
                <a16:creationId xmlns:a16="http://schemas.microsoft.com/office/drawing/2014/main" id="{ECBB8F63-423A-A99D-1869-5DE8BFA4FABE}"/>
              </a:ext>
            </a:extLst>
          </p:cNvPr>
          <p:cNvCxnSpPr/>
          <p:nvPr/>
        </p:nvCxnSpPr>
        <p:spPr>
          <a:xfrm>
            <a:off x="4369713" y="5087584"/>
            <a:ext cx="6599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Rectangle 98">
            <a:extLst>
              <a:ext uri="{FF2B5EF4-FFF2-40B4-BE49-F238E27FC236}">
                <a16:creationId xmlns:a16="http://schemas.microsoft.com/office/drawing/2014/main" id="{CB2B9C29-DD0C-7CD4-8532-1C48D533708E}"/>
              </a:ext>
            </a:extLst>
          </p:cNvPr>
          <p:cNvSpPr/>
          <p:nvPr/>
        </p:nvSpPr>
        <p:spPr>
          <a:xfrm>
            <a:off x="5075520" y="4901140"/>
            <a:ext cx="1036141" cy="367242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Cotação e Aprovação da Compra</a:t>
            </a:r>
          </a:p>
        </p:txBody>
      </p:sp>
      <p:sp>
        <p:nvSpPr>
          <p:cNvPr id="123" name="Rectangle 98">
            <a:extLst>
              <a:ext uri="{FF2B5EF4-FFF2-40B4-BE49-F238E27FC236}">
                <a16:creationId xmlns:a16="http://schemas.microsoft.com/office/drawing/2014/main" id="{492D3864-AD1F-AEAB-C333-AACD6F1CFDC9}"/>
              </a:ext>
            </a:extLst>
          </p:cNvPr>
          <p:cNvSpPr/>
          <p:nvPr/>
        </p:nvSpPr>
        <p:spPr>
          <a:xfrm rot="2797591">
            <a:off x="6557602" y="4898555"/>
            <a:ext cx="357000" cy="334013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endParaRPr lang="pt-BR" sz="800" dirty="0">
              <a:solidFill>
                <a:prstClr val="black"/>
              </a:solidFill>
              <a:latin typeface="Arial" pitchFamily="34" charset="0"/>
              <a:ea typeface="ＭＳ Ｐゴシック" charset="0"/>
              <a:cs typeface="Arial" pitchFamily="34" charset="0"/>
              <a:sym typeface="Calibri" charset="0"/>
            </a:endParaRPr>
          </a:p>
        </p:txBody>
      </p:sp>
      <p:cxnSp>
        <p:nvCxnSpPr>
          <p:cNvPr id="124" name="Conector de Seta Reta 123">
            <a:extLst>
              <a:ext uri="{FF2B5EF4-FFF2-40B4-BE49-F238E27FC236}">
                <a16:creationId xmlns:a16="http://schemas.microsoft.com/office/drawing/2014/main" id="{DA3F5A45-F919-5E93-97E3-2346C5DEF420}"/>
              </a:ext>
            </a:extLst>
          </p:cNvPr>
          <p:cNvCxnSpPr/>
          <p:nvPr/>
        </p:nvCxnSpPr>
        <p:spPr>
          <a:xfrm>
            <a:off x="6111661" y="5079047"/>
            <a:ext cx="423640" cy="7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CaixaDeTexto 124">
            <a:extLst>
              <a:ext uri="{FF2B5EF4-FFF2-40B4-BE49-F238E27FC236}">
                <a16:creationId xmlns:a16="http://schemas.microsoft.com/office/drawing/2014/main" id="{0BCE711D-99F5-6100-3D2F-ED7FEADE16E1}"/>
              </a:ext>
            </a:extLst>
          </p:cNvPr>
          <p:cNvSpPr txBox="1"/>
          <p:nvPr/>
        </p:nvSpPr>
        <p:spPr>
          <a:xfrm>
            <a:off x="5844687" y="4595744"/>
            <a:ext cx="10361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>
                <a:latin typeface="Arial" panose="020B0604020202020204" pitchFamily="34" charset="0"/>
                <a:cs typeface="Arial" panose="020B0604020202020204" pitchFamily="34" charset="0"/>
              </a:rPr>
              <a:t>Compra Aprovada</a:t>
            </a:r>
          </a:p>
        </p:txBody>
      </p:sp>
      <p:sp>
        <p:nvSpPr>
          <p:cNvPr id="126" name="Rectangle 98">
            <a:extLst>
              <a:ext uri="{FF2B5EF4-FFF2-40B4-BE49-F238E27FC236}">
                <a16:creationId xmlns:a16="http://schemas.microsoft.com/office/drawing/2014/main" id="{A2A71BDB-D6C2-8F5B-72AA-7CDEE1412377}"/>
              </a:ext>
            </a:extLst>
          </p:cNvPr>
          <p:cNvSpPr/>
          <p:nvPr/>
        </p:nvSpPr>
        <p:spPr>
          <a:xfrm>
            <a:off x="7340203" y="4920367"/>
            <a:ext cx="824321" cy="367242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Efetuar Compra</a:t>
            </a:r>
          </a:p>
        </p:txBody>
      </p:sp>
      <p:cxnSp>
        <p:nvCxnSpPr>
          <p:cNvPr id="127" name="Conector de Seta Reta 126">
            <a:extLst>
              <a:ext uri="{FF2B5EF4-FFF2-40B4-BE49-F238E27FC236}">
                <a16:creationId xmlns:a16="http://schemas.microsoft.com/office/drawing/2014/main" id="{F6FF3D43-BE17-5993-091C-999953993807}"/>
              </a:ext>
            </a:extLst>
          </p:cNvPr>
          <p:cNvCxnSpPr/>
          <p:nvPr/>
        </p:nvCxnSpPr>
        <p:spPr>
          <a:xfrm>
            <a:off x="6958986" y="5080383"/>
            <a:ext cx="423640" cy="7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CaixaDeTexto 130">
            <a:extLst>
              <a:ext uri="{FF2B5EF4-FFF2-40B4-BE49-F238E27FC236}">
                <a16:creationId xmlns:a16="http://schemas.microsoft.com/office/drawing/2014/main" id="{0DECD27C-6896-8322-F64A-826D8A1316B5}"/>
              </a:ext>
            </a:extLst>
          </p:cNvPr>
          <p:cNvSpPr txBox="1"/>
          <p:nvPr/>
        </p:nvSpPr>
        <p:spPr>
          <a:xfrm>
            <a:off x="6880827" y="4860685"/>
            <a:ext cx="4236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>
                <a:latin typeface="Arial" panose="020B0604020202020204" pitchFamily="34" charset="0"/>
                <a:cs typeface="Arial" panose="020B0604020202020204" pitchFamily="34" charset="0"/>
              </a:rPr>
              <a:t>Sim</a:t>
            </a:r>
          </a:p>
        </p:txBody>
      </p:sp>
      <p:sp>
        <p:nvSpPr>
          <p:cNvPr id="133" name="Rectangle 98">
            <a:extLst>
              <a:ext uri="{FF2B5EF4-FFF2-40B4-BE49-F238E27FC236}">
                <a16:creationId xmlns:a16="http://schemas.microsoft.com/office/drawing/2014/main" id="{4C79BEF4-3EC6-FF4D-BEEA-2487879E3505}"/>
              </a:ext>
            </a:extLst>
          </p:cNvPr>
          <p:cNvSpPr/>
          <p:nvPr/>
        </p:nvSpPr>
        <p:spPr>
          <a:xfrm>
            <a:off x="8543894" y="4943071"/>
            <a:ext cx="824321" cy="367242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Fazer nova Cotação</a:t>
            </a:r>
          </a:p>
        </p:txBody>
      </p:sp>
      <p:cxnSp>
        <p:nvCxnSpPr>
          <p:cNvPr id="135" name="Conector reto 134">
            <a:extLst>
              <a:ext uri="{FF2B5EF4-FFF2-40B4-BE49-F238E27FC236}">
                <a16:creationId xmlns:a16="http://schemas.microsoft.com/office/drawing/2014/main" id="{B6760AE2-F9FA-61A9-721F-863E82AAD669}"/>
              </a:ext>
            </a:extLst>
          </p:cNvPr>
          <p:cNvCxnSpPr/>
          <p:nvPr/>
        </p:nvCxnSpPr>
        <p:spPr>
          <a:xfrm>
            <a:off x="6715125" y="5310004"/>
            <a:ext cx="0" cy="2380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ector reto 136">
            <a:extLst>
              <a:ext uri="{FF2B5EF4-FFF2-40B4-BE49-F238E27FC236}">
                <a16:creationId xmlns:a16="http://schemas.microsoft.com/office/drawing/2014/main" id="{A1CA225B-ADB4-BBB3-1F92-04638EB746FF}"/>
              </a:ext>
            </a:extLst>
          </p:cNvPr>
          <p:cNvCxnSpPr/>
          <p:nvPr/>
        </p:nvCxnSpPr>
        <p:spPr>
          <a:xfrm>
            <a:off x="6734175" y="5543550"/>
            <a:ext cx="22218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ector de Seta Reta 138">
            <a:extLst>
              <a:ext uri="{FF2B5EF4-FFF2-40B4-BE49-F238E27FC236}">
                <a16:creationId xmlns:a16="http://schemas.microsoft.com/office/drawing/2014/main" id="{1CE3AF76-B063-0CED-F756-DDC69198BE49}"/>
              </a:ext>
            </a:extLst>
          </p:cNvPr>
          <p:cNvCxnSpPr>
            <a:endCxn id="133" idx="2"/>
          </p:cNvCxnSpPr>
          <p:nvPr/>
        </p:nvCxnSpPr>
        <p:spPr>
          <a:xfrm flipV="1">
            <a:off x="8956055" y="5353050"/>
            <a:ext cx="0" cy="1809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ectangle 98">
            <a:extLst>
              <a:ext uri="{FF2B5EF4-FFF2-40B4-BE49-F238E27FC236}">
                <a16:creationId xmlns:a16="http://schemas.microsoft.com/office/drawing/2014/main" id="{1AC82A39-1CE0-F91D-EFCF-4D2FBE3997EE}"/>
              </a:ext>
            </a:extLst>
          </p:cNvPr>
          <p:cNvSpPr/>
          <p:nvPr/>
        </p:nvSpPr>
        <p:spPr>
          <a:xfrm>
            <a:off x="9751002" y="4976019"/>
            <a:ext cx="824321" cy="367242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Efetuar Compra e Pagamento</a:t>
            </a:r>
          </a:p>
        </p:txBody>
      </p:sp>
      <p:cxnSp>
        <p:nvCxnSpPr>
          <p:cNvPr id="146" name="Conector reto 145">
            <a:extLst>
              <a:ext uri="{FF2B5EF4-FFF2-40B4-BE49-F238E27FC236}">
                <a16:creationId xmlns:a16="http://schemas.microsoft.com/office/drawing/2014/main" id="{AD64FFBF-2A14-DA69-AD14-6298F6DC1561}"/>
              </a:ext>
            </a:extLst>
          </p:cNvPr>
          <p:cNvCxnSpPr/>
          <p:nvPr/>
        </p:nvCxnSpPr>
        <p:spPr>
          <a:xfrm flipV="1">
            <a:off x="7709746" y="4771356"/>
            <a:ext cx="0" cy="1233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ector reto 147">
            <a:extLst>
              <a:ext uri="{FF2B5EF4-FFF2-40B4-BE49-F238E27FC236}">
                <a16:creationId xmlns:a16="http://schemas.microsoft.com/office/drawing/2014/main" id="{CAEF7F5E-772A-A4C4-4B2A-D956E997C6E6}"/>
              </a:ext>
            </a:extLst>
          </p:cNvPr>
          <p:cNvCxnSpPr/>
          <p:nvPr/>
        </p:nvCxnSpPr>
        <p:spPr>
          <a:xfrm>
            <a:off x="7709746" y="4771356"/>
            <a:ext cx="245341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ector de Seta Reta 149">
            <a:extLst>
              <a:ext uri="{FF2B5EF4-FFF2-40B4-BE49-F238E27FC236}">
                <a16:creationId xmlns:a16="http://schemas.microsoft.com/office/drawing/2014/main" id="{CD59BCF2-9C6C-C540-10C1-983981EDB93A}"/>
              </a:ext>
            </a:extLst>
          </p:cNvPr>
          <p:cNvCxnSpPr/>
          <p:nvPr/>
        </p:nvCxnSpPr>
        <p:spPr>
          <a:xfrm>
            <a:off x="10163163" y="4771356"/>
            <a:ext cx="0" cy="183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ector reto 151">
            <a:extLst>
              <a:ext uri="{FF2B5EF4-FFF2-40B4-BE49-F238E27FC236}">
                <a16:creationId xmlns:a16="http://schemas.microsoft.com/office/drawing/2014/main" id="{BD2A76B2-9E41-6CDA-27AA-546FA0E75CF7}"/>
              </a:ext>
            </a:extLst>
          </p:cNvPr>
          <p:cNvCxnSpPr/>
          <p:nvPr/>
        </p:nvCxnSpPr>
        <p:spPr>
          <a:xfrm>
            <a:off x="9405915" y="5133975"/>
            <a:ext cx="1399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reto 153">
            <a:extLst>
              <a:ext uri="{FF2B5EF4-FFF2-40B4-BE49-F238E27FC236}">
                <a16:creationId xmlns:a16="http://schemas.microsoft.com/office/drawing/2014/main" id="{D1B1843D-A6FA-5665-4E94-38EEF1D7B719}"/>
              </a:ext>
            </a:extLst>
          </p:cNvPr>
          <p:cNvCxnSpPr/>
          <p:nvPr/>
        </p:nvCxnSpPr>
        <p:spPr>
          <a:xfrm>
            <a:off x="9545859" y="5133975"/>
            <a:ext cx="0" cy="409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ector reto 155">
            <a:extLst>
              <a:ext uri="{FF2B5EF4-FFF2-40B4-BE49-F238E27FC236}">
                <a16:creationId xmlns:a16="http://schemas.microsoft.com/office/drawing/2014/main" id="{615A1C82-A1CC-3F14-A55E-C76CC3700F28}"/>
              </a:ext>
            </a:extLst>
          </p:cNvPr>
          <p:cNvCxnSpPr/>
          <p:nvPr/>
        </p:nvCxnSpPr>
        <p:spPr>
          <a:xfrm>
            <a:off x="9545859" y="5534025"/>
            <a:ext cx="18084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de Seta Reta 157">
            <a:extLst>
              <a:ext uri="{FF2B5EF4-FFF2-40B4-BE49-F238E27FC236}">
                <a16:creationId xmlns:a16="http://schemas.microsoft.com/office/drawing/2014/main" id="{FAED2AEA-40F6-9987-468D-A6FF95D2E63E}"/>
              </a:ext>
            </a:extLst>
          </p:cNvPr>
          <p:cNvCxnSpPr>
            <a:cxnSpLocks/>
          </p:cNvCxnSpPr>
          <p:nvPr/>
        </p:nvCxnSpPr>
        <p:spPr>
          <a:xfrm flipV="1">
            <a:off x="11354346" y="5162550"/>
            <a:ext cx="0" cy="371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Fluxograma: Conector 159">
            <a:extLst>
              <a:ext uri="{FF2B5EF4-FFF2-40B4-BE49-F238E27FC236}">
                <a16:creationId xmlns:a16="http://schemas.microsoft.com/office/drawing/2014/main" id="{7C0C1F1B-AE7F-FBAB-98EB-3CC403EAF5D4}"/>
              </a:ext>
            </a:extLst>
          </p:cNvPr>
          <p:cNvSpPr/>
          <p:nvPr/>
        </p:nvSpPr>
        <p:spPr>
          <a:xfrm>
            <a:off x="11126578" y="4744117"/>
            <a:ext cx="455536" cy="398095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62" name="Conector de Seta Reta 161">
            <a:extLst>
              <a:ext uri="{FF2B5EF4-FFF2-40B4-BE49-F238E27FC236}">
                <a16:creationId xmlns:a16="http://schemas.microsoft.com/office/drawing/2014/main" id="{9BEF8E8C-2721-6D23-DE89-AC3E7704AE0E}"/>
              </a:ext>
            </a:extLst>
          </p:cNvPr>
          <p:cNvCxnSpPr>
            <a:endCxn id="160" idx="2"/>
          </p:cNvCxnSpPr>
          <p:nvPr/>
        </p:nvCxnSpPr>
        <p:spPr>
          <a:xfrm flipV="1">
            <a:off x="10582275" y="4943165"/>
            <a:ext cx="544303" cy="216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CaixaDeTexto 163">
            <a:extLst>
              <a:ext uri="{FF2B5EF4-FFF2-40B4-BE49-F238E27FC236}">
                <a16:creationId xmlns:a16="http://schemas.microsoft.com/office/drawing/2014/main" id="{908100DC-701D-77FC-579C-F71E20194009}"/>
              </a:ext>
            </a:extLst>
          </p:cNvPr>
          <p:cNvSpPr txBox="1"/>
          <p:nvPr/>
        </p:nvSpPr>
        <p:spPr>
          <a:xfrm>
            <a:off x="11494574" y="5088046"/>
            <a:ext cx="5661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>
                <a:latin typeface="Arial" panose="020B0604020202020204" pitchFamily="34" charset="0"/>
                <a:cs typeface="Arial" panose="020B0604020202020204" pitchFamily="34" charset="0"/>
              </a:rPr>
              <a:t>Fim</a:t>
            </a:r>
          </a:p>
        </p:txBody>
      </p:sp>
      <p:sp>
        <p:nvSpPr>
          <p:cNvPr id="165" name="Rectangle 98">
            <a:extLst>
              <a:ext uri="{FF2B5EF4-FFF2-40B4-BE49-F238E27FC236}">
                <a16:creationId xmlns:a16="http://schemas.microsoft.com/office/drawing/2014/main" id="{D00A84DE-3178-DB11-845D-41A59DE0F47B}"/>
              </a:ext>
            </a:extLst>
          </p:cNvPr>
          <p:cNvSpPr/>
          <p:nvPr/>
        </p:nvSpPr>
        <p:spPr>
          <a:xfrm rot="16200000">
            <a:off x="1368742" y="5861347"/>
            <a:ext cx="937167" cy="491080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Entregar Kits ao Almoxarifado</a:t>
            </a:r>
          </a:p>
        </p:txBody>
      </p:sp>
      <p:cxnSp>
        <p:nvCxnSpPr>
          <p:cNvPr id="167" name="Conector reto 166">
            <a:extLst>
              <a:ext uri="{FF2B5EF4-FFF2-40B4-BE49-F238E27FC236}">
                <a16:creationId xmlns:a16="http://schemas.microsoft.com/office/drawing/2014/main" id="{126EDC49-A294-6AC9-8AD9-1D08EFF754B2}"/>
              </a:ext>
            </a:extLst>
          </p:cNvPr>
          <p:cNvCxnSpPr>
            <a:stCxn id="140" idx="2"/>
          </p:cNvCxnSpPr>
          <p:nvPr/>
        </p:nvCxnSpPr>
        <p:spPr>
          <a:xfrm>
            <a:off x="10163163" y="5343261"/>
            <a:ext cx="0" cy="8026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ector de Seta Reta 168">
            <a:extLst>
              <a:ext uri="{FF2B5EF4-FFF2-40B4-BE49-F238E27FC236}">
                <a16:creationId xmlns:a16="http://schemas.microsoft.com/office/drawing/2014/main" id="{4BDD244C-1C90-486C-A1D3-7A80C162B2AF}"/>
              </a:ext>
            </a:extLst>
          </p:cNvPr>
          <p:cNvCxnSpPr/>
          <p:nvPr/>
        </p:nvCxnSpPr>
        <p:spPr>
          <a:xfrm flipH="1">
            <a:off x="2082865" y="6153150"/>
            <a:ext cx="80802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Fluxograma: Conector 169">
            <a:extLst>
              <a:ext uri="{FF2B5EF4-FFF2-40B4-BE49-F238E27FC236}">
                <a16:creationId xmlns:a16="http://schemas.microsoft.com/office/drawing/2014/main" id="{D1B50518-B776-6338-92CE-AAD05062F4B8}"/>
              </a:ext>
            </a:extLst>
          </p:cNvPr>
          <p:cNvSpPr/>
          <p:nvPr/>
        </p:nvSpPr>
        <p:spPr>
          <a:xfrm>
            <a:off x="848096" y="5772385"/>
            <a:ext cx="455536" cy="398095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74" name="Conector de Seta Reta 173">
            <a:extLst>
              <a:ext uri="{FF2B5EF4-FFF2-40B4-BE49-F238E27FC236}">
                <a16:creationId xmlns:a16="http://schemas.microsoft.com/office/drawing/2014/main" id="{6FDF1A5F-1C9F-7F03-C43A-9F52F3B4ED3D}"/>
              </a:ext>
            </a:extLst>
          </p:cNvPr>
          <p:cNvCxnSpPr>
            <a:cxnSpLocks/>
            <a:stCxn id="165" idx="0"/>
          </p:cNvCxnSpPr>
          <p:nvPr/>
        </p:nvCxnSpPr>
        <p:spPr>
          <a:xfrm flipH="1" flipV="1">
            <a:off x="1366918" y="5981700"/>
            <a:ext cx="224868" cy="125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CaixaDeTexto 174">
            <a:extLst>
              <a:ext uri="{FF2B5EF4-FFF2-40B4-BE49-F238E27FC236}">
                <a16:creationId xmlns:a16="http://schemas.microsoft.com/office/drawing/2014/main" id="{7E884F5C-FFF9-6828-72BA-4E2934325446}"/>
              </a:ext>
            </a:extLst>
          </p:cNvPr>
          <p:cNvSpPr txBox="1"/>
          <p:nvPr/>
        </p:nvSpPr>
        <p:spPr>
          <a:xfrm>
            <a:off x="962312" y="6149794"/>
            <a:ext cx="5661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>
                <a:latin typeface="Arial" panose="020B0604020202020204" pitchFamily="34" charset="0"/>
                <a:cs typeface="Arial" panose="020B0604020202020204" pitchFamily="34" charset="0"/>
              </a:rPr>
              <a:t>Fim</a:t>
            </a:r>
          </a:p>
        </p:txBody>
      </p:sp>
      <p:sp>
        <p:nvSpPr>
          <p:cNvPr id="176" name="Fluxograma: Conector 175">
            <a:extLst>
              <a:ext uri="{FF2B5EF4-FFF2-40B4-BE49-F238E27FC236}">
                <a16:creationId xmlns:a16="http://schemas.microsoft.com/office/drawing/2014/main" id="{47AA519D-1EBA-5AD7-39BF-A799CFB5AFE0}"/>
              </a:ext>
            </a:extLst>
          </p:cNvPr>
          <p:cNvSpPr/>
          <p:nvPr/>
        </p:nvSpPr>
        <p:spPr>
          <a:xfrm>
            <a:off x="842406" y="3804903"/>
            <a:ext cx="455536" cy="398095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7" name="CaixaDeTexto 176">
            <a:extLst>
              <a:ext uri="{FF2B5EF4-FFF2-40B4-BE49-F238E27FC236}">
                <a16:creationId xmlns:a16="http://schemas.microsoft.com/office/drawing/2014/main" id="{4ED908DA-8887-A3E1-FF67-09EE8C8389D5}"/>
              </a:ext>
            </a:extLst>
          </p:cNvPr>
          <p:cNvSpPr txBox="1"/>
          <p:nvPr/>
        </p:nvSpPr>
        <p:spPr>
          <a:xfrm>
            <a:off x="1166773" y="4216615"/>
            <a:ext cx="5661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>
                <a:latin typeface="Arial" panose="020B0604020202020204" pitchFamily="34" charset="0"/>
                <a:cs typeface="Arial" panose="020B0604020202020204" pitchFamily="34" charset="0"/>
              </a:rPr>
              <a:t>Fim</a:t>
            </a:r>
          </a:p>
        </p:txBody>
      </p:sp>
      <p:cxnSp>
        <p:nvCxnSpPr>
          <p:cNvPr id="179" name="Conector de Seta Reta 178">
            <a:extLst>
              <a:ext uri="{FF2B5EF4-FFF2-40B4-BE49-F238E27FC236}">
                <a16:creationId xmlns:a16="http://schemas.microsoft.com/office/drawing/2014/main" id="{F0689BB8-90F6-3E4D-5638-E1DB2C2B6D5D}"/>
              </a:ext>
            </a:extLst>
          </p:cNvPr>
          <p:cNvCxnSpPr>
            <a:stCxn id="104" idx="1"/>
          </p:cNvCxnSpPr>
          <p:nvPr/>
        </p:nvCxnSpPr>
        <p:spPr>
          <a:xfrm flipH="1">
            <a:off x="1366918" y="4033363"/>
            <a:ext cx="2488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7196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2" grpId="0" animBg="1"/>
      <p:bldP spid="3" grpId="0" animBg="1"/>
      <p:bldP spid="13" grpId="0" animBg="1"/>
      <p:bldP spid="15" grpId="0" animBg="1"/>
      <p:bldP spid="18" grpId="0" animBg="1"/>
      <p:bldP spid="29" grpId="0" animBg="1"/>
      <p:bldP spid="31" grpId="0" animBg="1"/>
      <p:bldP spid="35" grpId="0" animBg="1"/>
      <p:bldP spid="36" grpId="0" animBg="1"/>
      <p:bldP spid="39" grpId="0" animBg="1"/>
      <p:bldP spid="52" grpId="0" animBg="1"/>
      <p:bldP spid="57" grpId="0" animBg="1"/>
      <p:bldP spid="69" grpId="0" animBg="1"/>
      <p:bldP spid="78" grpId="0" animBg="1"/>
      <p:bldP spid="89" grpId="0" animBg="1"/>
      <p:bldP spid="90" grpId="0" animBg="1"/>
      <p:bldP spid="93" grpId="0" animBg="1"/>
      <p:bldP spid="96" grpId="0" animBg="1"/>
      <p:bldP spid="100" grpId="0" animBg="1"/>
      <p:bldP spid="104" grpId="0" animBg="1"/>
      <p:bldP spid="108" grpId="0" animBg="1"/>
      <p:bldP spid="114" grpId="0" animBg="1"/>
      <p:bldP spid="122" grpId="0" animBg="1"/>
      <p:bldP spid="123" grpId="0" animBg="1"/>
      <p:bldP spid="126" grpId="0" animBg="1"/>
      <p:bldP spid="133" grpId="0" animBg="1"/>
      <p:bldP spid="140" grpId="0" animBg="1"/>
      <p:bldP spid="165" grpId="0" animBg="1"/>
    </p:bld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129</Words>
  <Application>Microsoft Office PowerPoint</Application>
  <PresentationFormat>Widescreen</PresentationFormat>
  <Paragraphs>49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Nivaldo</dc:creator>
  <cp:lastModifiedBy>WILLGNNER FERREIRA SANTOS</cp:lastModifiedBy>
  <cp:revision>6</cp:revision>
  <dcterms:created xsi:type="dcterms:W3CDTF">2020-05-22T19:25:15Z</dcterms:created>
  <dcterms:modified xsi:type="dcterms:W3CDTF">2025-02-24T13:47:35Z</dcterms:modified>
</cp:coreProperties>
</file>