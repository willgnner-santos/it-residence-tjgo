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14" d="100"/>
          <a:sy n="114" d="100"/>
        </p:scale>
        <p:origin x="56" y="-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25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796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09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25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3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47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87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32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3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81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45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6C03F-A098-4096-BA52-DEAE3F1F74F2}" type="datetimeFigureOut">
              <a:rPr lang="pt-BR" smtClean="0"/>
              <a:t>24/08/2024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D01DA-1DE2-47EA-9736-0E3B58468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9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" y="37334"/>
            <a:ext cx="12029911" cy="6820666"/>
          </a:xfrm>
          <a:prstGeom prst="rect">
            <a:avLst/>
          </a:prstGeom>
        </p:spPr>
      </p:pic>
      <p:sp>
        <p:nvSpPr>
          <p:cNvPr id="5" name="Rectangle 98"/>
          <p:cNvSpPr/>
          <p:nvPr/>
        </p:nvSpPr>
        <p:spPr>
          <a:xfrm>
            <a:off x="467827" y="683581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Programar Rotas</a:t>
            </a:r>
          </a:p>
        </p:txBody>
      </p:sp>
      <p:sp>
        <p:nvSpPr>
          <p:cNvPr id="6" name="Rectangle 98"/>
          <p:cNvSpPr/>
          <p:nvPr/>
        </p:nvSpPr>
        <p:spPr>
          <a:xfrm rot="16200000">
            <a:off x="7730" y="758231"/>
            <a:ext cx="566323" cy="3538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Aux. Roteirização</a:t>
            </a:r>
          </a:p>
        </p:txBody>
      </p:sp>
      <p:sp>
        <p:nvSpPr>
          <p:cNvPr id="7" name="Rectangle 98"/>
          <p:cNvSpPr/>
          <p:nvPr/>
        </p:nvSpPr>
        <p:spPr>
          <a:xfrm rot="2797591">
            <a:off x="2676794" y="1357034"/>
            <a:ext cx="357000" cy="334013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endParaRPr lang="pt-BR" sz="800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sp>
        <p:nvSpPr>
          <p:cNvPr id="8" name="Rectangle 98">
            <a:extLst>
              <a:ext uri="{FF2B5EF4-FFF2-40B4-BE49-F238E27FC236}">
                <a16:creationId xmlns:a16="http://schemas.microsoft.com/office/drawing/2014/main" id="{1668647F-EDDC-6775-61B5-A72D60E34812}"/>
              </a:ext>
            </a:extLst>
          </p:cNvPr>
          <p:cNvSpPr/>
          <p:nvPr/>
        </p:nvSpPr>
        <p:spPr>
          <a:xfrm rot="16200000">
            <a:off x="-36315" y="1356131"/>
            <a:ext cx="566323" cy="3538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Motorista</a:t>
            </a:r>
          </a:p>
        </p:txBody>
      </p:sp>
      <p:sp>
        <p:nvSpPr>
          <p:cNvPr id="9" name="Rectangle 98">
            <a:extLst>
              <a:ext uri="{FF2B5EF4-FFF2-40B4-BE49-F238E27FC236}">
                <a16:creationId xmlns:a16="http://schemas.microsoft.com/office/drawing/2014/main" id="{34F78CC3-D7AC-EBB5-59E3-B86F3D1BA1C6}"/>
              </a:ext>
            </a:extLst>
          </p:cNvPr>
          <p:cNvSpPr/>
          <p:nvPr/>
        </p:nvSpPr>
        <p:spPr>
          <a:xfrm rot="16200000">
            <a:off x="-18629" y="2016997"/>
            <a:ext cx="619039" cy="3538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Aux.</a:t>
            </a:r>
          </a:p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Controle</a:t>
            </a:r>
          </a:p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Qualidade</a:t>
            </a:r>
          </a:p>
        </p:txBody>
      </p:sp>
      <p:sp>
        <p:nvSpPr>
          <p:cNvPr id="2" name="Rectangle 98">
            <a:extLst>
              <a:ext uri="{FF2B5EF4-FFF2-40B4-BE49-F238E27FC236}">
                <a16:creationId xmlns:a16="http://schemas.microsoft.com/office/drawing/2014/main" id="{66B21D05-BC57-5D61-3A50-16E22DEA3B07}"/>
              </a:ext>
            </a:extLst>
          </p:cNvPr>
          <p:cNvSpPr/>
          <p:nvPr/>
        </p:nvSpPr>
        <p:spPr>
          <a:xfrm>
            <a:off x="1073983" y="1289471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Retirar Rotas</a:t>
            </a:r>
          </a:p>
        </p:txBody>
      </p:sp>
      <p:sp>
        <p:nvSpPr>
          <p:cNvPr id="3" name="Rectangle 98">
            <a:extLst>
              <a:ext uri="{FF2B5EF4-FFF2-40B4-BE49-F238E27FC236}">
                <a16:creationId xmlns:a16="http://schemas.microsoft.com/office/drawing/2014/main" id="{D2812F85-2F1C-AB9B-AEC0-6D079CE9239E}"/>
              </a:ext>
            </a:extLst>
          </p:cNvPr>
          <p:cNvSpPr/>
          <p:nvPr/>
        </p:nvSpPr>
        <p:spPr>
          <a:xfrm>
            <a:off x="1806316" y="1289471"/>
            <a:ext cx="667117" cy="506270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>
              <a:buSzPct val="116000"/>
              <a:defRPr/>
            </a:pPr>
            <a:r>
              <a:rPr lang="pt-BR" sz="8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Retirar Kits</a:t>
            </a:r>
          </a:p>
        </p:txBody>
      </p:sp>
    </p:spTree>
    <p:extLst>
      <p:ext uri="{BB962C8B-B14F-4D97-AF65-F5344CB8AC3E}">
        <p14:creationId xmlns:p14="http://schemas.microsoft.com/office/powerpoint/2010/main" val="209719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Nivaldo</dc:creator>
  <cp:lastModifiedBy>Nivaldo morais</cp:lastModifiedBy>
  <cp:revision>5</cp:revision>
  <dcterms:created xsi:type="dcterms:W3CDTF">2020-05-22T19:25:15Z</dcterms:created>
  <dcterms:modified xsi:type="dcterms:W3CDTF">2024-08-24T12:57:00Z</dcterms:modified>
</cp:coreProperties>
</file>