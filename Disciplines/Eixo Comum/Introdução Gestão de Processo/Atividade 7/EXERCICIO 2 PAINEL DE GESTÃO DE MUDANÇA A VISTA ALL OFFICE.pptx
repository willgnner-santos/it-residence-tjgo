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120" d="100"/>
          <a:sy n="120" d="100"/>
        </p:scale>
        <p:origin x="-372" y="-2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2182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3188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2065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434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567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609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9356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2162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394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38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D377-BFA5-4D70-BE67-143E89075F0F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8477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1D377-BFA5-4D70-BE67-143E89075F0F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DD8FA-898B-43AF-ACF9-CF92BCB2AB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0135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185737"/>
            <a:ext cx="11477625" cy="6486525"/>
          </a:xfrm>
          <a:prstGeom prst="rect">
            <a:avLst/>
          </a:prstGeom>
        </p:spPr>
      </p:pic>
      <p:sp>
        <p:nvSpPr>
          <p:cNvPr id="5" name="Rectangle 98"/>
          <p:cNvSpPr/>
          <p:nvPr/>
        </p:nvSpPr>
        <p:spPr>
          <a:xfrm>
            <a:off x="2244264" y="768899"/>
            <a:ext cx="1155768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Venda e Instalação do Ar-Condicionado</a:t>
            </a:r>
          </a:p>
        </p:txBody>
      </p:sp>
      <p:sp>
        <p:nvSpPr>
          <p:cNvPr id="2" name="Rectangle 98">
            <a:extLst>
              <a:ext uri="{FF2B5EF4-FFF2-40B4-BE49-F238E27FC236}">
                <a16:creationId xmlns:a16="http://schemas.microsoft.com/office/drawing/2014/main" id="{B466C03D-C5AA-2B16-72B7-74F1E8E531AB}"/>
              </a:ext>
            </a:extLst>
          </p:cNvPr>
          <p:cNvSpPr/>
          <p:nvPr/>
        </p:nvSpPr>
        <p:spPr>
          <a:xfrm>
            <a:off x="5983144" y="850179"/>
            <a:ext cx="1155768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Redução no Tempo de Vendas</a:t>
            </a:r>
          </a:p>
        </p:txBody>
      </p:sp>
      <p:sp>
        <p:nvSpPr>
          <p:cNvPr id="3" name="Rectangle 98">
            <a:extLst>
              <a:ext uri="{FF2B5EF4-FFF2-40B4-BE49-F238E27FC236}">
                <a16:creationId xmlns:a16="http://schemas.microsoft.com/office/drawing/2014/main" id="{BD2B860B-B432-33AA-3542-002B01D3D9B9}"/>
              </a:ext>
            </a:extLst>
          </p:cNvPr>
          <p:cNvSpPr/>
          <p:nvPr/>
        </p:nvSpPr>
        <p:spPr>
          <a:xfrm>
            <a:off x="7870221" y="850179"/>
            <a:ext cx="1155768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Aumento no Fluxo de Vendas </a:t>
            </a:r>
          </a:p>
        </p:txBody>
      </p:sp>
      <p:sp>
        <p:nvSpPr>
          <p:cNvPr id="6" name="Rectangle 98">
            <a:extLst>
              <a:ext uri="{FF2B5EF4-FFF2-40B4-BE49-F238E27FC236}">
                <a16:creationId xmlns:a16="http://schemas.microsoft.com/office/drawing/2014/main" id="{587D18A0-9EBC-2A6A-A777-05A393166CA2}"/>
              </a:ext>
            </a:extLst>
          </p:cNvPr>
          <p:cNvSpPr/>
          <p:nvPr/>
        </p:nvSpPr>
        <p:spPr>
          <a:xfrm>
            <a:off x="10034301" y="885856"/>
            <a:ext cx="1155768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Redução de Custo</a:t>
            </a:r>
            <a:endParaRPr lang="pt-BR" sz="800" dirty="0">
              <a:solidFill>
                <a:prstClr val="black"/>
              </a:solidFill>
              <a:latin typeface="Arial" pitchFamily="34" charset="0"/>
              <a:ea typeface="ＭＳ Ｐゴシック" charset="0"/>
              <a:cs typeface="Arial" pitchFamily="34" charset="0"/>
              <a:sym typeface="Calibri" charset="0"/>
            </a:endParaRPr>
          </a:p>
        </p:txBody>
      </p:sp>
      <p:sp>
        <p:nvSpPr>
          <p:cNvPr id="7" name="Rectangle 98">
            <a:extLst>
              <a:ext uri="{FF2B5EF4-FFF2-40B4-BE49-F238E27FC236}">
                <a16:creationId xmlns:a16="http://schemas.microsoft.com/office/drawing/2014/main" id="{88C9062A-26AF-C668-6437-0CA6E2DCFB16}"/>
              </a:ext>
            </a:extLst>
          </p:cNvPr>
          <p:cNvSpPr/>
          <p:nvPr/>
        </p:nvSpPr>
        <p:spPr>
          <a:xfrm>
            <a:off x="890301" y="2470816"/>
            <a:ext cx="1155768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Solicitar Tabela de Cotação de Preços no Estoque</a:t>
            </a:r>
          </a:p>
        </p:txBody>
      </p:sp>
      <p:sp>
        <p:nvSpPr>
          <p:cNvPr id="8" name="Rectangle 98">
            <a:extLst>
              <a:ext uri="{FF2B5EF4-FFF2-40B4-BE49-F238E27FC236}">
                <a16:creationId xmlns:a16="http://schemas.microsoft.com/office/drawing/2014/main" id="{8C85AE42-ADAD-B665-AB59-AB7B09326282}"/>
              </a:ext>
            </a:extLst>
          </p:cNvPr>
          <p:cNvSpPr/>
          <p:nvPr/>
        </p:nvSpPr>
        <p:spPr>
          <a:xfrm>
            <a:off x="1241999" y="3383027"/>
            <a:ext cx="1155768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Reduzir Quantidade de Aprovadores do Processo</a:t>
            </a:r>
          </a:p>
        </p:txBody>
      </p:sp>
      <p:sp>
        <p:nvSpPr>
          <p:cNvPr id="9" name="Rectangle 98">
            <a:extLst>
              <a:ext uri="{FF2B5EF4-FFF2-40B4-BE49-F238E27FC236}">
                <a16:creationId xmlns:a16="http://schemas.microsoft.com/office/drawing/2014/main" id="{CCD9C925-8995-E372-F55E-CD0737C01A72}"/>
              </a:ext>
            </a:extLst>
          </p:cNvPr>
          <p:cNvSpPr/>
          <p:nvPr/>
        </p:nvSpPr>
        <p:spPr>
          <a:xfrm>
            <a:off x="2244264" y="2470816"/>
            <a:ext cx="1155768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Passar Tarefa de Verificar o Estoque para o Estoquista</a:t>
            </a:r>
          </a:p>
        </p:txBody>
      </p:sp>
      <p:sp>
        <p:nvSpPr>
          <p:cNvPr id="10" name="Rectangle 98">
            <a:extLst>
              <a:ext uri="{FF2B5EF4-FFF2-40B4-BE49-F238E27FC236}">
                <a16:creationId xmlns:a16="http://schemas.microsoft.com/office/drawing/2014/main" id="{582FBD63-8956-C473-72E4-FFE75F311963}"/>
              </a:ext>
            </a:extLst>
          </p:cNvPr>
          <p:cNvSpPr/>
          <p:nvPr/>
        </p:nvSpPr>
        <p:spPr>
          <a:xfrm>
            <a:off x="2573051" y="3383027"/>
            <a:ext cx="1155768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Passar Tarefa de Comprar os Produtos para o Estoquista</a:t>
            </a:r>
          </a:p>
        </p:txBody>
      </p:sp>
      <p:sp>
        <p:nvSpPr>
          <p:cNvPr id="11" name="Rectangle 98">
            <a:extLst>
              <a:ext uri="{FF2B5EF4-FFF2-40B4-BE49-F238E27FC236}">
                <a16:creationId xmlns:a16="http://schemas.microsoft.com/office/drawing/2014/main" id="{EFD2AD88-EC3E-4A42-8213-0D5CCDA509B8}"/>
              </a:ext>
            </a:extLst>
          </p:cNvPr>
          <p:cNvSpPr/>
          <p:nvPr/>
        </p:nvSpPr>
        <p:spPr>
          <a:xfrm>
            <a:off x="3598226" y="2470816"/>
            <a:ext cx="1767523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Criar um Sistema de Controle de  Estoque que Disponibilize  Dados do Estoque para o Vendedor e o Estoquista </a:t>
            </a:r>
          </a:p>
        </p:txBody>
      </p:sp>
      <p:sp>
        <p:nvSpPr>
          <p:cNvPr id="12" name="Rectangle 98">
            <a:extLst>
              <a:ext uri="{FF2B5EF4-FFF2-40B4-BE49-F238E27FC236}">
                <a16:creationId xmlns:a16="http://schemas.microsoft.com/office/drawing/2014/main" id="{17D5E9D1-541E-4C05-15FC-87F8F91965A2}"/>
              </a:ext>
            </a:extLst>
          </p:cNvPr>
          <p:cNvSpPr/>
          <p:nvPr/>
        </p:nvSpPr>
        <p:spPr>
          <a:xfrm>
            <a:off x="3904103" y="3383027"/>
            <a:ext cx="1155768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Na Reprovação da Instalação, Solicitar nova Aprovação ao Vendedor</a:t>
            </a:r>
          </a:p>
        </p:txBody>
      </p:sp>
      <p:sp>
        <p:nvSpPr>
          <p:cNvPr id="14" name="Rectangle 98">
            <a:extLst>
              <a:ext uri="{FF2B5EF4-FFF2-40B4-BE49-F238E27FC236}">
                <a16:creationId xmlns:a16="http://schemas.microsoft.com/office/drawing/2014/main" id="{06EEAC02-23D8-4DE7-FF76-794CD900CDB9}"/>
              </a:ext>
            </a:extLst>
          </p:cNvPr>
          <p:cNvSpPr/>
          <p:nvPr/>
        </p:nvSpPr>
        <p:spPr>
          <a:xfrm>
            <a:off x="890301" y="4231738"/>
            <a:ext cx="1546730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Na Reprovação da Proposta Final, o Gerente de Serviços terá que Refazer a Proposta</a:t>
            </a:r>
          </a:p>
        </p:txBody>
      </p:sp>
      <p:sp>
        <p:nvSpPr>
          <p:cNvPr id="16" name="Rectangle 98">
            <a:extLst>
              <a:ext uri="{FF2B5EF4-FFF2-40B4-BE49-F238E27FC236}">
                <a16:creationId xmlns:a16="http://schemas.microsoft.com/office/drawing/2014/main" id="{C6065EBD-F2E1-7B58-724C-0AAF230D2141}"/>
              </a:ext>
            </a:extLst>
          </p:cNvPr>
          <p:cNvSpPr/>
          <p:nvPr/>
        </p:nvSpPr>
        <p:spPr>
          <a:xfrm>
            <a:off x="2573051" y="4231738"/>
            <a:ext cx="1546730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A não Aprovação do Cliente, será necessário Validar uma nova Proposta para o Vendedor</a:t>
            </a:r>
          </a:p>
        </p:txBody>
      </p:sp>
      <p:sp>
        <p:nvSpPr>
          <p:cNvPr id="17" name="Rectangle 98">
            <a:extLst>
              <a:ext uri="{FF2B5EF4-FFF2-40B4-BE49-F238E27FC236}">
                <a16:creationId xmlns:a16="http://schemas.microsoft.com/office/drawing/2014/main" id="{7D204815-8EBE-47CB-590C-4C37A768EDDE}"/>
              </a:ext>
            </a:extLst>
          </p:cNvPr>
          <p:cNvSpPr/>
          <p:nvPr/>
        </p:nvSpPr>
        <p:spPr>
          <a:xfrm>
            <a:off x="4181091" y="4231738"/>
            <a:ext cx="1546730" cy="739978"/>
          </a:xfrm>
          <a:prstGeom prst="rect">
            <a:avLst/>
          </a:prstGeom>
          <a:solidFill>
            <a:srgbClr val="FFFF00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Realizar a Conferência do Pedido que Chegou, deverá ser Feita pelo Estoquista</a:t>
            </a:r>
          </a:p>
        </p:txBody>
      </p:sp>
    </p:spTree>
    <p:extLst>
      <p:ext uri="{BB962C8B-B14F-4D97-AF65-F5344CB8AC3E}">
        <p14:creationId xmlns:p14="http://schemas.microsoft.com/office/powerpoint/2010/main" val="394848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121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Nivaldo</dc:creator>
  <cp:lastModifiedBy>WILLGNNER FERREIRA SANTOS</cp:lastModifiedBy>
  <cp:revision>4</cp:revision>
  <dcterms:created xsi:type="dcterms:W3CDTF">2020-05-22T19:36:46Z</dcterms:created>
  <dcterms:modified xsi:type="dcterms:W3CDTF">2025-03-17T18:34:53Z</dcterms:modified>
</cp:coreProperties>
</file>