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55" d="100"/>
          <a:sy n="55" d="100"/>
        </p:scale>
        <p:origin x="1096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4126-BFC7-4CA6-9136-D1EB0642CDD9}" type="datetimeFigureOut">
              <a:rPr lang="pt-BR" smtClean="0"/>
              <a:t>10/02/2025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0368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4126-BFC7-4CA6-9136-D1EB0642CDD9}" type="datetimeFigureOut">
              <a:rPr lang="pt-BR" smtClean="0"/>
              <a:t>10/02/2025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751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4126-BFC7-4CA6-9136-D1EB0642CDD9}" type="datetimeFigureOut">
              <a:rPr lang="pt-BR" smtClean="0"/>
              <a:t>10/02/2025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058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4126-BFC7-4CA6-9136-D1EB0642CDD9}" type="datetimeFigureOut">
              <a:rPr lang="pt-BR" smtClean="0"/>
              <a:t>10/02/2025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4375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4126-BFC7-4CA6-9136-D1EB0642CDD9}" type="datetimeFigureOut">
              <a:rPr lang="pt-BR" smtClean="0"/>
              <a:t>10/02/2025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9705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4126-BFC7-4CA6-9136-D1EB0642CDD9}" type="datetimeFigureOut">
              <a:rPr lang="pt-BR" smtClean="0"/>
              <a:t>10/02/2025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303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4126-BFC7-4CA6-9136-D1EB0642CDD9}" type="datetimeFigureOut">
              <a:rPr lang="pt-BR" smtClean="0"/>
              <a:t>10/02/2025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9572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4126-BFC7-4CA6-9136-D1EB0642CDD9}" type="datetimeFigureOut">
              <a:rPr lang="pt-BR" smtClean="0"/>
              <a:t>10/02/2025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5114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4126-BFC7-4CA6-9136-D1EB0642CDD9}" type="datetimeFigureOut">
              <a:rPr lang="pt-BR" smtClean="0"/>
              <a:t>10/02/2025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801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4126-BFC7-4CA6-9136-D1EB0642CDD9}" type="datetimeFigureOut">
              <a:rPr lang="pt-BR" smtClean="0"/>
              <a:t>10/02/2025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108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4126-BFC7-4CA6-9136-D1EB0642CDD9}" type="datetimeFigureOut">
              <a:rPr lang="pt-BR" smtClean="0"/>
              <a:t>10/02/2025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8068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14126-BFC7-4CA6-9136-D1EB0642CDD9}" type="datetimeFigureOut">
              <a:rPr lang="pt-BR" smtClean="0"/>
              <a:t>10/02/2025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0912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Título 1"/>
          <p:cNvSpPr>
            <a:spLocks noGrp="1"/>
          </p:cNvSpPr>
          <p:nvPr>
            <p:ph type="title"/>
          </p:nvPr>
        </p:nvSpPr>
        <p:spPr bwMode="auto">
          <a:xfrm>
            <a:off x="2442816" y="175800"/>
            <a:ext cx="8663334" cy="38343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9" tIns="34294" rIns="68589" bIns="34294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algn="l"/>
            <a:r>
              <a:rPr lang="pt-BR" altLang="pt-BR" sz="1600" b="1" dirty="0"/>
              <a:t>Quadro: Desdobrar Estratégia por Processo</a:t>
            </a:r>
            <a:br>
              <a:rPr lang="pt-BR" altLang="pt-BR" sz="1275" dirty="0"/>
            </a:br>
            <a:r>
              <a:rPr lang="pt-BR" altLang="pt-BR" sz="2200" b="1" dirty="0"/>
              <a:t>OBJETIVO ESTRATÉGICO:</a:t>
            </a:r>
            <a:r>
              <a:rPr lang="pt-BR" altLang="pt-BR" sz="2200" dirty="0"/>
              <a:t> ___</a:t>
            </a:r>
            <a:r>
              <a:rPr lang="pt-BR" altLang="pt-BR" sz="2200" b="1" dirty="0"/>
              <a:t>______ INDICADOR ESTRATÉGICO</a:t>
            </a:r>
            <a:r>
              <a:rPr lang="pt-BR" altLang="pt-BR" sz="2200" dirty="0"/>
              <a:t>: ___</a:t>
            </a:r>
            <a:r>
              <a:rPr lang="pt-BR" altLang="pt-BR" sz="2200" b="1" dirty="0"/>
              <a:t>___________</a:t>
            </a:r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2536506"/>
              </p:ext>
            </p:extLst>
          </p:nvPr>
        </p:nvGraphicFramePr>
        <p:xfrm>
          <a:off x="627529" y="878540"/>
          <a:ext cx="11002496" cy="5188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7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2341">
                <a:tc>
                  <a:txBody>
                    <a:bodyPr/>
                    <a:lstStyle/>
                    <a:p>
                      <a:pPr algn="ctr"/>
                      <a:r>
                        <a:rPr lang="pt-BR" sz="2500" dirty="0"/>
                        <a:t>Iniciativas Estratégicas, Programas e Projetos</a:t>
                      </a:r>
                    </a:p>
                  </a:txBody>
                  <a:tcPr marL="68588" marR="68588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/>
                        <a:t>Processos Relacionados</a:t>
                      </a:r>
                    </a:p>
                  </a:txBody>
                  <a:tcPr marL="68588" marR="68588" marT="34292" marB="3429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200" dirty="0"/>
                        <a:t>Indicador de</a:t>
                      </a:r>
                      <a:r>
                        <a:rPr lang="pt-BR" sz="2200" baseline="0" dirty="0"/>
                        <a:t> Processo</a:t>
                      </a:r>
                      <a:r>
                        <a:rPr lang="pt-BR" sz="2200" dirty="0"/>
                        <a:t> (descrição - métrica - meta) </a:t>
                      </a:r>
                    </a:p>
                  </a:txBody>
                  <a:tcPr marL="68588" marR="68588" marT="34292" marB="3429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1636"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 marL="68588" marR="68588" marT="34292" marB="34292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 marL="68588" marR="68588" marT="34292" marB="34292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 marL="68588" marR="68588" marT="34292" marB="34292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1636"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 marL="68588" marR="68588" marT="34292" marB="34292"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 marL="68588" marR="68588" marT="34292" marB="34292"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 marL="68588" marR="68588" marT="34292" marB="3429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1636"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 marL="68588" marR="68588" marT="34292" marB="34292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 marL="68588" marR="68588" marT="34292" marB="34292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 marL="68588" marR="68588" marT="34292" marB="34292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1636"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 marL="68588" marR="68588" marT="34292" marB="34292"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 marL="68588" marR="68588" marT="34292" marB="34292"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 marL="68588" marR="68588" marT="34292" marB="3429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Imagem 6">
            <a:extLst>
              <a:ext uri="{FF2B5EF4-FFF2-40B4-BE49-F238E27FC236}">
                <a16:creationId xmlns:a16="http://schemas.microsoft.com/office/drawing/2014/main" id="{6BC5825E-AF29-6825-7764-1C21EC17A1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17" y="6363784"/>
            <a:ext cx="994027" cy="455248"/>
          </a:xfrm>
          <a:prstGeom prst="rect">
            <a:avLst/>
          </a:prstGeom>
        </p:spPr>
      </p:pic>
      <p:sp>
        <p:nvSpPr>
          <p:cNvPr id="8" name="Rectangle 98">
            <a:extLst>
              <a:ext uri="{FF2B5EF4-FFF2-40B4-BE49-F238E27FC236}">
                <a16:creationId xmlns:a16="http://schemas.microsoft.com/office/drawing/2014/main" id="{CB4C20C9-74BE-EF95-4D63-E88D0284DEF0}"/>
              </a:ext>
            </a:extLst>
          </p:cNvPr>
          <p:cNvSpPr/>
          <p:nvPr/>
        </p:nvSpPr>
        <p:spPr>
          <a:xfrm rot="21377634">
            <a:off x="5258503" y="314907"/>
            <a:ext cx="729742" cy="540614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?????????</a:t>
            </a:r>
          </a:p>
        </p:txBody>
      </p:sp>
      <p:sp>
        <p:nvSpPr>
          <p:cNvPr id="9" name="Rectangle 98">
            <a:extLst>
              <a:ext uri="{FF2B5EF4-FFF2-40B4-BE49-F238E27FC236}">
                <a16:creationId xmlns:a16="http://schemas.microsoft.com/office/drawing/2014/main" id="{65B4AF4A-7063-46CA-14F7-0FC33695D14E}"/>
              </a:ext>
            </a:extLst>
          </p:cNvPr>
          <p:cNvSpPr/>
          <p:nvPr/>
        </p:nvSpPr>
        <p:spPr>
          <a:xfrm rot="21377634">
            <a:off x="1696363" y="2126130"/>
            <a:ext cx="729742" cy="540614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?????????</a:t>
            </a:r>
          </a:p>
        </p:txBody>
      </p:sp>
      <p:sp>
        <p:nvSpPr>
          <p:cNvPr id="10" name="Rectangle 98">
            <a:extLst>
              <a:ext uri="{FF2B5EF4-FFF2-40B4-BE49-F238E27FC236}">
                <a16:creationId xmlns:a16="http://schemas.microsoft.com/office/drawing/2014/main" id="{05219571-BB31-DBD4-1D88-56E6B0E88304}"/>
              </a:ext>
            </a:extLst>
          </p:cNvPr>
          <p:cNvSpPr/>
          <p:nvPr/>
        </p:nvSpPr>
        <p:spPr>
          <a:xfrm rot="21377634">
            <a:off x="9097657" y="390536"/>
            <a:ext cx="729742" cy="540614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?????????</a:t>
            </a:r>
          </a:p>
        </p:txBody>
      </p:sp>
      <p:sp>
        <p:nvSpPr>
          <p:cNvPr id="11" name="Retângulo de cantos arredondados 34">
            <a:extLst>
              <a:ext uri="{FF2B5EF4-FFF2-40B4-BE49-F238E27FC236}">
                <a16:creationId xmlns:a16="http://schemas.microsoft.com/office/drawing/2014/main" id="{C4F540F1-E168-BEB9-6746-34E644273420}"/>
              </a:ext>
            </a:extLst>
          </p:cNvPr>
          <p:cNvSpPr/>
          <p:nvPr/>
        </p:nvSpPr>
        <p:spPr>
          <a:xfrm>
            <a:off x="4825330" y="1515559"/>
            <a:ext cx="359229" cy="201852"/>
          </a:xfrm>
          <a:prstGeom prst="roundRect">
            <a:avLst/>
          </a:prstGeom>
          <a:solidFill>
            <a:srgbClr val="C7C7C7"/>
          </a:solidFill>
          <a:ln w="15875">
            <a:solidFill>
              <a:srgbClr val="5959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pt-BR" sz="1600" dirty="0">
              <a:solidFill>
                <a:srgbClr val="595959"/>
              </a:solidFill>
            </a:endParaRPr>
          </a:p>
        </p:txBody>
      </p:sp>
      <p:sp>
        <p:nvSpPr>
          <p:cNvPr id="12" name="Retângulo de cantos arredondados 35">
            <a:extLst>
              <a:ext uri="{FF2B5EF4-FFF2-40B4-BE49-F238E27FC236}">
                <a16:creationId xmlns:a16="http://schemas.microsoft.com/office/drawing/2014/main" id="{4F07419F-F86F-AE13-9FA7-901BD232EC4E}"/>
              </a:ext>
            </a:extLst>
          </p:cNvPr>
          <p:cNvSpPr/>
          <p:nvPr/>
        </p:nvSpPr>
        <p:spPr>
          <a:xfrm>
            <a:off x="5286159" y="1515559"/>
            <a:ext cx="359229" cy="201852"/>
          </a:xfrm>
          <a:prstGeom prst="roundRect">
            <a:avLst/>
          </a:prstGeom>
          <a:solidFill>
            <a:srgbClr val="C7C7C7"/>
          </a:solidFill>
          <a:ln w="15875">
            <a:solidFill>
              <a:srgbClr val="5959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pt-BR" sz="1600" dirty="0">
              <a:solidFill>
                <a:srgbClr val="595959"/>
              </a:solidFill>
            </a:endParaRPr>
          </a:p>
        </p:txBody>
      </p:sp>
      <p:sp>
        <p:nvSpPr>
          <p:cNvPr id="13" name="Retângulo de cantos arredondados 36">
            <a:extLst>
              <a:ext uri="{FF2B5EF4-FFF2-40B4-BE49-F238E27FC236}">
                <a16:creationId xmlns:a16="http://schemas.microsoft.com/office/drawing/2014/main" id="{36D34FA7-BD63-88DA-584D-F08E1B685CEE}"/>
              </a:ext>
            </a:extLst>
          </p:cNvPr>
          <p:cNvSpPr/>
          <p:nvPr/>
        </p:nvSpPr>
        <p:spPr>
          <a:xfrm>
            <a:off x="5746988" y="1515559"/>
            <a:ext cx="359229" cy="201852"/>
          </a:xfrm>
          <a:prstGeom prst="roundRect">
            <a:avLst/>
          </a:prstGeom>
          <a:solidFill>
            <a:srgbClr val="C7C7C7"/>
          </a:solidFill>
          <a:ln w="15875">
            <a:solidFill>
              <a:srgbClr val="5959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pt-BR" sz="1600" dirty="0">
              <a:solidFill>
                <a:srgbClr val="595959"/>
              </a:solidFill>
            </a:endParaRPr>
          </a:p>
        </p:txBody>
      </p:sp>
      <p:sp>
        <p:nvSpPr>
          <p:cNvPr id="14" name="Retângulo de cantos arredondados 37">
            <a:extLst>
              <a:ext uri="{FF2B5EF4-FFF2-40B4-BE49-F238E27FC236}">
                <a16:creationId xmlns:a16="http://schemas.microsoft.com/office/drawing/2014/main" id="{7B86845A-923B-8CE8-12A8-45034D1629ED}"/>
              </a:ext>
            </a:extLst>
          </p:cNvPr>
          <p:cNvSpPr/>
          <p:nvPr/>
        </p:nvSpPr>
        <p:spPr>
          <a:xfrm>
            <a:off x="6194471" y="1515559"/>
            <a:ext cx="359229" cy="201852"/>
          </a:xfrm>
          <a:prstGeom prst="roundRect">
            <a:avLst/>
          </a:prstGeom>
          <a:solidFill>
            <a:srgbClr val="C7C7C7"/>
          </a:solidFill>
          <a:ln w="15875">
            <a:solidFill>
              <a:srgbClr val="5959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pt-BR" sz="1600" dirty="0">
              <a:solidFill>
                <a:srgbClr val="595959"/>
              </a:solidFill>
            </a:endParaRPr>
          </a:p>
        </p:txBody>
      </p:sp>
      <p:sp>
        <p:nvSpPr>
          <p:cNvPr id="15" name="Retângulo de cantos arredondados 38">
            <a:extLst>
              <a:ext uri="{FF2B5EF4-FFF2-40B4-BE49-F238E27FC236}">
                <a16:creationId xmlns:a16="http://schemas.microsoft.com/office/drawing/2014/main" id="{F7541C7A-BBCA-63B8-E14C-1A8822AC9FD2}"/>
              </a:ext>
            </a:extLst>
          </p:cNvPr>
          <p:cNvSpPr/>
          <p:nvPr/>
        </p:nvSpPr>
        <p:spPr>
          <a:xfrm>
            <a:off x="6641955" y="1515559"/>
            <a:ext cx="359229" cy="201852"/>
          </a:xfrm>
          <a:prstGeom prst="roundRect">
            <a:avLst/>
          </a:prstGeom>
          <a:solidFill>
            <a:srgbClr val="C7C7C7"/>
          </a:solidFill>
          <a:ln w="15875">
            <a:solidFill>
              <a:srgbClr val="5959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pt-BR" sz="1600" dirty="0">
              <a:solidFill>
                <a:srgbClr val="595959"/>
              </a:solidFill>
            </a:endParaRPr>
          </a:p>
        </p:txBody>
      </p:sp>
      <p:sp>
        <p:nvSpPr>
          <p:cNvPr id="16" name="Retângulo de cantos arredondados 39">
            <a:extLst>
              <a:ext uri="{FF2B5EF4-FFF2-40B4-BE49-F238E27FC236}">
                <a16:creationId xmlns:a16="http://schemas.microsoft.com/office/drawing/2014/main" id="{C03C0196-B8E9-8951-00ED-F0AD29FA991D}"/>
              </a:ext>
            </a:extLst>
          </p:cNvPr>
          <p:cNvSpPr/>
          <p:nvPr/>
        </p:nvSpPr>
        <p:spPr>
          <a:xfrm>
            <a:off x="7074855" y="1515559"/>
            <a:ext cx="359229" cy="201852"/>
          </a:xfrm>
          <a:prstGeom prst="roundRect">
            <a:avLst/>
          </a:prstGeom>
          <a:solidFill>
            <a:srgbClr val="C7C7C7"/>
          </a:solidFill>
          <a:ln w="15875">
            <a:solidFill>
              <a:srgbClr val="5959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pt-BR" sz="1600" dirty="0">
              <a:solidFill>
                <a:srgbClr val="595959"/>
              </a:solidFill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715C8E6-A672-5D60-3E7F-A2A36B7C751B}"/>
              </a:ext>
            </a:extLst>
          </p:cNvPr>
          <p:cNvSpPr/>
          <p:nvPr/>
        </p:nvSpPr>
        <p:spPr>
          <a:xfrm>
            <a:off x="4627625" y="1573660"/>
            <a:ext cx="102385" cy="85650"/>
          </a:xfrm>
          <a:prstGeom prst="ellipse">
            <a:avLst/>
          </a:prstGeom>
          <a:solidFill>
            <a:srgbClr val="92D050"/>
          </a:solidFill>
          <a:ln w="15875">
            <a:solidFill>
              <a:srgbClr val="5959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pt-BR" sz="1600" dirty="0">
              <a:solidFill>
                <a:srgbClr val="595959"/>
              </a:solidFill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4E17B715-B465-3EA9-5A7B-2555B498A1BC}"/>
              </a:ext>
            </a:extLst>
          </p:cNvPr>
          <p:cNvSpPr/>
          <p:nvPr/>
        </p:nvSpPr>
        <p:spPr>
          <a:xfrm>
            <a:off x="7523045" y="1573660"/>
            <a:ext cx="102385" cy="85650"/>
          </a:xfrm>
          <a:prstGeom prst="ellipse">
            <a:avLst/>
          </a:prstGeom>
          <a:solidFill>
            <a:srgbClr val="C00000"/>
          </a:solidFill>
          <a:ln w="15875">
            <a:solidFill>
              <a:srgbClr val="5959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pt-BR" sz="1600" dirty="0">
              <a:solidFill>
                <a:srgbClr val="595959"/>
              </a:solidFill>
            </a:endParaRPr>
          </a:p>
        </p:txBody>
      </p:sp>
      <p:sp>
        <p:nvSpPr>
          <p:cNvPr id="19" name="Seta para a direita 33">
            <a:extLst>
              <a:ext uri="{FF2B5EF4-FFF2-40B4-BE49-F238E27FC236}">
                <a16:creationId xmlns:a16="http://schemas.microsoft.com/office/drawing/2014/main" id="{CEFE2D62-FD46-63C2-14C0-0AD2F234BE42}"/>
              </a:ext>
            </a:extLst>
          </p:cNvPr>
          <p:cNvSpPr/>
          <p:nvPr/>
        </p:nvSpPr>
        <p:spPr>
          <a:xfrm>
            <a:off x="3951991" y="2464413"/>
            <a:ext cx="675634" cy="22729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Seta para a direita 33">
            <a:extLst>
              <a:ext uri="{FF2B5EF4-FFF2-40B4-BE49-F238E27FC236}">
                <a16:creationId xmlns:a16="http://schemas.microsoft.com/office/drawing/2014/main" id="{E44DFC0A-78A0-DB27-744F-53A9D70007D8}"/>
              </a:ext>
            </a:extLst>
          </p:cNvPr>
          <p:cNvSpPr/>
          <p:nvPr/>
        </p:nvSpPr>
        <p:spPr>
          <a:xfrm>
            <a:off x="7523045" y="2462470"/>
            <a:ext cx="675634" cy="22729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Seta para a direita 33">
            <a:extLst>
              <a:ext uri="{FF2B5EF4-FFF2-40B4-BE49-F238E27FC236}">
                <a16:creationId xmlns:a16="http://schemas.microsoft.com/office/drawing/2014/main" id="{AD44892C-4B4C-F5D5-F654-E1580DD775B6}"/>
              </a:ext>
            </a:extLst>
          </p:cNvPr>
          <p:cNvSpPr/>
          <p:nvPr/>
        </p:nvSpPr>
        <p:spPr>
          <a:xfrm>
            <a:off x="3951991" y="3465285"/>
            <a:ext cx="675634" cy="22729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 para a direita 33">
            <a:extLst>
              <a:ext uri="{FF2B5EF4-FFF2-40B4-BE49-F238E27FC236}">
                <a16:creationId xmlns:a16="http://schemas.microsoft.com/office/drawing/2014/main" id="{D912B78C-888A-7B22-531E-103695D9DCBD}"/>
              </a:ext>
            </a:extLst>
          </p:cNvPr>
          <p:cNvSpPr/>
          <p:nvPr/>
        </p:nvSpPr>
        <p:spPr>
          <a:xfrm>
            <a:off x="7523045" y="3463342"/>
            <a:ext cx="675634" cy="22729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 para a direita 33">
            <a:extLst>
              <a:ext uri="{FF2B5EF4-FFF2-40B4-BE49-F238E27FC236}">
                <a16:creationId xmlns:a16="http://schemas.microsoft.com/office/drawing/2014/main" id="{65FCD315-B737-6AF8-F18C-7E108EC1C59C}"/>
              </a:ext>
            </a:extLst>
          </p:cNvPr>
          <p:cNvSpPr/>
          <p:nvPr/>
        </p:nvSpPr>
        <p:spPr>
          <a:xfrm>
            <a:off x="3960725" y="4538089"/>
            <a:ext cx="675634" cy="22729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Seta para a direita 33">
            <a:extLst>
              <a:ext uri="{FF2B5EF4-FFF2-40B4-BE49-F238E27FC236}">
                <a16:creationId xmlns:a16="http://schemas.microsoft.com/office/drawing/2014/main" id="{C8289FB7-A413-E699-E147-0F9138A894C8}"/>
              </a:ext>
            </a:extLst>
          </p:cNvPr>
          <p:cNvSpPr/>
          <p:nvPr/>
        </p:nvSpPr>
        <p:spPr>
          <a:xfrm>
            <a:off x="7531779" y="4536146"/>
            <a:ext cx="675634" cy="22729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Seta para a direita 33">
            <a:extLst>
              <a:ext uri="{FF2B5EF4-FFF2-40B4-BE49-F238E27FC236}">
                <a16:creationId xmlns:a16="http://schemas.microsoft.com/office/drawing/2014/main" id="{E0D002D2-E230-1F87-BF05-F8B192C1A514}"/>
              </a:ext>
            </a:extLst>
          </p:cNvPr>
          <p:cNvSpPr/>
          <p:nvPr/>
        </p:nvSpPr>
        <p:spPr>
          <a:xfrm>
            <a:off x="3951991" y="5358411"/>
            <a:ext cx="675634" cy="22729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Seta para a direita 33">
            <a:extLst>
              <a:ext uri="{FF2B5EF4-FFF2-40B4-BE49-F238E27FC236}">
                <a16:creationId xmlns:a16="http://schemas.microsoft.com/office/drawing/2014/main" id="{BCE626F9-2AAF-4F88-F6F5-12ECF1725D44}"/>
              </a:ext>
            </a:extLst>
          </p:cNvPr>
          <p:cNvSpPr/>
          <p:nvPr/>
        </p:nvSpPr>
        <p:spPr>
          <a:xfrm>
            <a:off x="7523045" y="5356468"/>
            <a:ext cx="675634" cy="22729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eta para a direita 33">
            <a:extLst>
              <a:ext uri="{FF2B5EF4-FFF2-40B4-BE49-F238E27FC236}">
                <a16:creationId xmlns:a16="http://schemas.microsoft.com/office/drawing/2014/main" id="{AA7AD4AB-CFF0-4C9A-58E4-868CB131DA0D}"/>
              </a:ext>
            </a:extLst>
          </p:cNvPr>
          <p:cNvSpPr/>
          <p:nvPr/>
        </p:nvSpPr>
        <p:spPr>
          <a:xfrm>
            <a:off x="6128777" y="92463"/>
            <a:ext cx="675634" cy="22729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eta para a direita 33">
            <a:extLst>
              <a:ext uri="{FF2B5EF4-FFF2-40B4-BE49-F238E27FC236}">
                <a16:creationId xmlns:a16="http://schemas.microsoft.com/office/drawing/2014/main" id="{D4941BB5-A4AD-94B4-273B-778E476F7C30}"/>
              </a:ext>
            </a:extLst>
          </p:cNvPr>
          <p:cNvSpPr/>
          <p:nvPr/>
        </p:nvSpPr>
        <p:spPr>
          <a:xfrm rot="5400000">
            <a:off x="3755582" y="893849"/>
            <a:ext cx="675634" cy="22729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 descr="Uma imagem contendo Logotipo&#10;&#10;Descrição gerada automaticamente">
            <a:extLst>
              <a:ext uri="{FF2B5EF4-FFF2-40B4-BE49-F238E27FC236}">
                <a16:creationId xmlns:a16="http://schemas.microsoft.com/office/drawing/2014/main" id="{A97772D9-EFA8-B5A2-C7BC-1D54060FC0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806" y="6434880"/>
            <a:ext cx="1445260" cy="31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09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36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Quadro: Desdobrar Estratégia por Processo OBJETIVO ESTRATÉGICO: _________ INDICADOR ESTRATÉGICO: ______________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QUADRO DE ALINHAMENTO DE INDICADORES  - Estratégicos e Processo OBJETIVO ESTRATÉGICO: ______________</dc:title>
  <dc:creator>Nivaldo</dc:creator>
  <cp:lastModifiedBy>Nivaldo morais</cp:lastModifiedBy>
  <cp:revision>7</cp:revision>
  <dcterms:created xsi:type="dcterms:W3CDTF">2021-05-08T12:42:09Z</dcterms:created>
  <dcterms:modified xsi:type="dcterms:W3CDTF">2025-02-10T16:08:59Z</dcterms:modified>
</cp:coreProperties>
</file>